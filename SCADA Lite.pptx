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  <p:sldMasterId id="2147483709" r:id="rId2"/>
  </p:sldMasterIdLst>
  <p:notesMasterIdLst>
    <p:notesMasterId r:id="rId6"/>
  </p:notesMasterIdLst>
  <p:sldIdLst>
    <p:sldId id="1632" r:id="rId3"/>
    <p:sldId id="706" r:id="rId4"/>
    <p:sldId id="716" r:id="rId5"/>
  </p:sldIdLst>
  <p:sldSz cx="9144000" cy="5143500" type="screen16x9"/>
  <p:notesSz cx="6797675" cy="987266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4070041-E714-45B3-AB8E-4523E2F64A14}">
          <p14:sldIdLst>
            <p14:sldId id="1632"/>
            <p14:sldId id="706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17">
          <p15:clr>
            <a:srgbClr val="A4A3A4"/>
          </p15:clr>
        </p15:guide>
        <p15:guide id="2" orient="horz" pos="1847">
          <p15:clr>
            <a:srgbClr val="A4A3A4"/>
          </p15:clr>
        </p15:guide>
        <p15:guide id="3" pos="5647">
          <p15:clr>
            <a:srgbClr val="A4A3A4"/>
          </p15:clr>
        </p15:guide>
        <p15:guide id="4" pos="204">
          <p15:clr>
            <a:srgbClr val="A4A3A4"/>
          </p15:clr>
        </p15:guide>
        <p15:guide id="5" orient="horz" pos="169">
          <p15:clr>
            <a:srgbClr val="A4A3A4"/>
          </p15:clr>
        </p15:guide>
        <p15:guide id="6" pos="4332">
          <p15:clr>
            <a:srgbClr val="A4A3A4"/>
          </p15:clr>
        </p15:guide>
        <p15:guide id="7" pos="3787">
          <p15:clr>
            <a:srgbClr val="A4A3A4"/>
          </p15:clr>
        </p15:guide>
        <p15:guide id="8" pos="5239">
          <p15:clr>
            <a:srgbClr val="A4A3A4"/>
          </p15:clr>
        </p15:guide>
        <p15:guide id="9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DAF9"/>
    <a:srgbClr val="62B9F4"/>
    <a:srgbClr val="00C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1F99F-B869-4B38-AAD9-64D86280A7E5}" v="18" dt="2026-06-04T05:34:05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58" y="96"/>
      </p:cViewPr>
      <p:guideLst>
        <p:guide orient="horz" pos="3117"/>
        <p:guide orient="horz" pos="1847"/>
        <p:guide pos="5647"/>
        <p:guide pos="204"/>
        <p:guide orient="horz" pos="169"/>
        <p:guide pos="4332"/>
        <p:guide pos="3787"/>
        <p:guide pos="5239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yal Sanjay (Smart Controls)" userId="d8036015-3832-4110-92b2-0bdea297b30b" providerId="ADAL" clId="{3F804E2C-6B6E-4B17-9904-45BA4E8FC1DD}"/>
    <pc:docChg chg="undo custSel delSld modSld modSection">
      <pc:chgData name="Goyal Sanjay (Smart Controls)" userId="d8036015-3832-4110-92b2-0bdea297b30b" providerId="ADAL" clId="{3F804E2C-6B6E-4B17-9904-45BA4E8FC1DD}" dt="2026-06-04T05:37:33.810" v="1391" actId="2696"/>
      <pc:docMkLst>
        <pc:docMk/>
      </pc:docMkLst>
      <pc:sldChg chg="del">
        <pc:chgData name="Goyal Sanjay (Smart Controls)" userId="d8036015-3832-4110-92b2-0bdea297b30b" providerId="ADAL" clId="{3F804E2C-6B6E-4B17-9904-45BA4E8FC1DD}" dt="2026-06-04T05:37:33.810" v="1391" actId="2696"/>
        <pc:sldMkLst>
          <pc:docMk/>
          <pc:sldMk cId="3973249697" sldId="256"/>
        </pc:sldMkLst>
      </pc:sldChg>
      <pc:sldChg chg="del">
        <pc:chgData name="Goyal Sanjay (Smart Controls)" userId="d8036015-3832-4110-92b2-0bdea297b30b" providerId="ADAL" clId="{3F804E2C-6B6E-4B17-9904-45BA4E8FC1DD}" dt="2026-06-04T05:37:28.076" v="1390" actId="2696"/>
        <pc:sldMkLst>
          <pc:docMk/>
          <pc:sldMk cId="2241681319" sldId="257"/>
        </pc:sldMkLst>
      </pc:sldChg>
      <pc:sldChg chg="del">
        <pc:chgData name="Goyal Sanjay (Smart Controls)" userId="d8036015-3832-4110-92b2-0bdea297b30b" providerId="ADAL" clId="{3F804E2C-6B6E-4B17-9904-45BA4E8FC1DD}" dt="2026-06-03T09:13:58.125" v="0" actId="47"/>
        <pc:sldMkLst>
          <pc:docMk/>
          <pc:sldMk cId="1261624821" sldId="260"/>
        </pc:sldMkLst>
      </pc:sldChg>
      <pc:sldChg chg="del">
        <pc:chgData name="Goyal Sanjay (Smart Controls)" userId="d8036015-3832-4110-92b2-0bdea297b30b" providerId="ADAL" clId="{3F804E2C-6B6E-4B17-9904-45BA4E8FC1DD}" dt="2026-06-03T09:14:08.177" v="6" actId="47"/>
        <pc:sldMkLst>
          <pc:docMk/>
          <pc:sldMk cId="3588612111" sldId="344"/>
        </pc:sldMkLst>
      </pc:sldChg>
      <pc:sldChg chg="del">
        <pc:chgData name="Goyal Sanjay (Smart Controls)" userId="d8036015-3832-4110-92b2-0bdea297b30b" providerId="ADAL" clId="{3F804E2C-6B6E-4B17-9904-45BA4E8FC1DD}" dt="2026-06-04T05:36:22.574" v="1376" actId="2696"/>
        <pc:sldMkLst>
          <pc:docMk/>
          <pc:sldMk cId="3726663072" sldId="699"/>
        </pc:sldMkLst>
      </pc:sldChg>
      <pc:sldChg chg="del">
        <pc:chgData name="Goyal Sanjay (Smart Controls)" userId="d8036015-3832-4110-92b2-0bdea297b30b" providerId="ADAL" clId="{3F804E2C-6B6E-4B17-9904-45BA4E8FC1DD}" dt="2026-06-04T05:37:20.282" v="1389" actId="2696"/>
        <pc:sldMkLst>
          <pc:docMk/>
          <pc:sldMk cId="494612377" sldId="704"/>
        </pc:sldMkLst>
      </pc:sldChg>
      <pc:sldChg chg="del">
        <pc:chgData name="Goyal Sanjay (Smart Controls)" userId="d8036015-3832-4110-92b2-0bdea297b30b" providerId="ADAL" clId="{3F804E2C-6B6E-4B17-9904-45BA4E8FC1DD}" dt="2026-06-04T05:36:28.847" v="1378" actId="2696"/>
        <pc:sldMkLst>
          <pc:docMk/>
          <pc:sldMk cId="4032971370" sldId="713"/>
        </pc:sldMkLst>
      </pc:sldChg>
      <pc:sldChg chg="del">
        <pc:chgData name="Goyal Sanjay (Smart Controls)" userId="d8036015-3832-4110-92b2-0bdea297b30b" providerId="ADAL" clId="{3F804E2C-6B6E-4B17-9904-45BA4E8FC1DD}" dt="2026-06-04T05:36:42.652" v="1382" actId="2696"/>
        <pc:sldMkLst>
          <pc:docMk/>
          <pc:sldMk cId="1816914207" sldId="720"/>
        </pc:sldMkLst>
      </pc:sldChg>
      <pc:sldChg chg="del">
        <pc:chgData name="Goyal Sanjay (Smart Controls)" userId="d8036015-3832-4110-92b2-0bdea297b30b" providerId="ADAL" clId="{3F804E2C-6B6E-4B17-9904-45BA4E8FC1DD}" dt="2026-06-03T09:14:09.519" v="7" actId="47"/>
        <pc:sldMkLst>
          <pc:docMk/>
          <pc:sldMk cId="279054522" sldId="723"/>
        </pc:sldMkLst>
      </pc:sldChg>
      <pc:sldChg chg="del">
        <pc:chgData name="Goyal Sanjay (Smart Controls)" userId="d8036015-3832-4110-92b2-0bdea297b30b" providerId="ADAL" clId="{3F804E2C-6B6E-4B17-9904-45BA4E8FC1DD}" dt="2026-06-04T05:36:25.716" v="1377" actId="2696"/>
        <pc:sldMkLst>
          <pc:docMk/>
          <pc:sldMk cId="352389697" sldId="728"/>
        </pc:sldMkLst>
      </pc:sldChg>
      <pc:sldChg chg="del">
        <pc:chgData name="Goyal Sanjay (Smart Controls)" userId="d8036015-3832-4110-92b2-0bdea297b30b" providerId="ADAL" clId="{3F804E2C-6B6E-4B17-9904-45BA4E8FC1DD}" dt="2026-06-04T05:36:45.589" v="1383" actId="2696"/>
        <pc:sldMkLst>
          <pc:docMk/>
          <pc:sldMk cId="1005386603" sldId="730"/>
        </pc:sldMkLst>
      </pc:sldChg>
      <pc:sldChg chg="del">
        <pc:chgData name="Goyal Sanjay (Smart Controls)" userId="d8036015-3832-4110-92b2-0bdea297b30b" providerId="ADAL" clId="{3F804E2C-6B6E-4B17-9904-45BA4E8FC1DD}" dt="2026-06-04T05:36:36.992" v="1380" actId="2696"/>
        <pc:sldMkLst>
          <pc:docMk/>
          <pc:sldMk cId="4270370" sldId="731"/>
        </pc:sldMkLst>
      </pc:sldChg>
      <pc:sldChg chg="del">
        <pc:chgData name="Goyal Sanjay (Smart Controls)" userId="d8036015-3832-4110-92b2-0bdea297b30b" providerId="ADAL" clId="{3F804E2C-6B6E-4B17-9904-45BA4E8FC1DD}" dt="2026-06-04T05:36:39.774" v="1381" actId="2696"/>
        <pc:sldMkLst>
          <pc:docMk/>
          <pc:sldMk cId="4140458670" sldId="732"/>
        </pc:sldMkLst>
      </pc:sldChg>
      <pc:sldChg chg="del">
        <pc:chgData name="Goyal Sanjay (Smart Controls)" userId="d8036015-3832-4110-92b2-0bdea297b30b" providerId="ADAL" clId="{3F804E2C-6B6E-4B17-9904-45BA4E8FC1DD}" dt="2026-06-04T05:36:48.847" v="1384" actId="2696"/>
        <pc:sldMkLst>
          <pc:docMk/>
          <pc:sldMk cId="1280139768" sldId="733"/>
        </pc:sldMkLst>
      </pc:sldChg>
      <pc:sldChg chg="del">
        <pc:chgData name="Goyal Sanjay (Smart Controls)" userId="d8036015-3832-4110-92b2-0bdea297b30b" providerId="ADAL" clId="{3F804E2C-6B6E-4B17-9904-45BA4E8FC1DD}" dt="2026-06-04T05:37:09.272" v="1385" actId="2696"/>
        <pc:sldMkLst>
          <pc:docMk/>
          <pc:sldMk cId="423481993" sldId="734"/>
        </pc:sldMkLst>
      </pc:sldChg>
      <pc:sldChg chg="del">
        <pc:chgData name="Goyal Sanjay (Smart Controls)" userId="d8036015-3832-4110-92b2-0bdea297b30b" providerId="ADAL" clId="{3F804E2C-6B6E-4B17-9904-45BA4E8FC1DD}" dt="2026-06-04T05:37:12.136" v="1386" actId="2696"/>
        <pc:sldMkLst>
          <pc:docMk/>
          <pc:sldMk cId="2239885264" sldId="735"/>
        </pc:sldMkLst>
      </pc:sldChg>
      <pc:sldChg chg="del">
        <pc:chgData name="Goyal Sanjay (Smart Controls)" userId="d8036015-3832-4110-92b2-0bdea297b30b" providerId="ADAL" clId="{3F804E2C-6B6E-4B17-9904-45BA4E8FC1DD}" dt="2026-06-04T05:37:17.537" v="1388" actId="2696"/>
        <pc:sldMkLst>
          <pc:docMk/>
          <pc:sldMk cId="1959187017" sldId="736"/>
        </pc:sldMkLst>
      </pc:sldChg>
      <pc:sldChg chg="del">
        <pc:chgData name="Goyal Sanjay (Smart Controls)" userId="d8036015-3832-4110-92b2-0bdea297b30b" providerId="ADAL" clId="{3F804E2C-6B6E-4B17-9904-45BA4E8FC1DD}" dt="2026-06-04T05:37:15.160" v="1387" actId="2696"/>
        <pc:sldMkLst>
          <pc:docMk/>
          <pc:sldMk cId="1622011273" sldId="740"/>
        </pc:sldMkLst>
      </pc:sldChg>
      <pc:sldChg chg="del">
        <pc:chgData name="Goyal Sanjay (Smart Controls)" userId="d8036015-3832-4110-92b2-0bdea297b30b" providerId="ADAL" clId="{3F804E2C-6B6E-4B17-9904-45BA4E8FC1DD}" dt="2026-06-04T05:36:33.851" v="1379" actId="2696"/>
        <pc:sldMkLst>
          <pc:docMk/>
          <pc:sldMk cId="1949231654" sldId="936"/>
        </pc:sldMkLst>
      </pc:sldChg>
      <pc:sldChg chg="del">
        <pc:chgData name="Goyal Sanjay (Smart Controls)" userId="d8036015-3832-4110-92b2-0bdea297b30b" providerId="ADAL" clId="{3F804E2C-6B6E-4B17-9904-45BA4E8FC1DD}" dt="2026-06-03T09:14:05.102" v="5" actId="47"/>
        <pc:sldMkLst>
          <pc:docMk/>
          <pc:sldMk cId="421043231" sldId="937"/>
        </pc:sldMkLst>
      </pc:sldChg>
      <pc:sldChg chg="del">
        <pc:chgData name="Goyal Sanjay (Smart Controls)" userId="d8036015-3832-4110-92b2-0bdea297b30b" providerId="ADAL" clId="{3F804E2C-6B6E-4B17-9904-45BA4E8FC1DD}" dt="2026-06-03T09:14:00.271" v="2" actId="47"/>
        <pc:sldMkLst>
          <pc:docMk/>
          <pc:sldMk cId="2413234742" sldId="1628"/>
        </pc:sldMkLst>
      </pc:sldChg>
      <pc:sldChg chg="del">
        <pc:chgData name="Goyal Sanjay (Smart Controls)" userId="d8036015-3832-4110-92b2-0bdea297b30b" providerId="ADAL" clId="{3F804E2C-6B6E-4B17-9904-45BA4E8FC1DD}" dt="2026-06-03T09:14:03.650" v="4" actId="47"/>
        <pc:sldMkLst>
          <pc:docMk/>
          <pc:sldMk cId="2971300820" sldId="1629"/>
        </pc:sldMkLst>
      </pc:sldChg>
      <pc:sldChg chg="del">
        <pc:chgData name="Goyal Sanjay (Smart Controls)" userId="d8036015-3832-4110-92b2-0bdea297b30b" providerId="ADAL" clId="{3F804E2C-6B6E-4B17-9904-45BA4E8FC1DD}" dt="2026-06-03T09:14:01.859" v="3" actId="47"/>
        <pc:sldMkLst>
          <pc:docMk/>
          <pc:sldMk cId="1782082956" sldId="1630"/>
        </pc:sldMkLst>
      </pc:sldChg>
      <pc:sldChg chg="del">
        <pc:chgData name="Goyal Sanjay (Smart Controls)" userId="d8036015-3832-4110-92b2-0bdea297b30b" providerId="ADAL" clId="{3F804E2C-6B6E-4B17-9904-45BA4E8FC1DD}" dt="2026-06-03T09:13:59.304" v="1" actId="47"/>
        <pc:sldMkLst>
          <pc:docMk/>
          <pc:sldMk cId="658721903" sldId="1631"/>
        </pc:sldMkLst>
      </pc:sldChg>
      <pc:sldChg chg="addSp delSp modSp mod">
        <pc:chgData name="Goyal Sanjay (Smart Controls)" userId="d8036015-3832-4110-92b2-0bdea297b30b" providerId="ADAL" clId="{3F804E2C-6B6E-4B17-9904-45BA4E8FC1DD}" dt="2026-06-04T05:34:46.232" v="1375" actId="14100"/>
        <pc:sldMkLst>
          <pc:docMk/>
          <pc:sldMk cId="1056673942" sldId="1632"/>
        </pc:sldMkLst>
        <pc:spChg chg="mod">
          <ac:chgData name="Goyal Sanjay (Smart Controls)" userId="d8036015-3832-4110-92b2-0bdea297b30b" providerId="ADAL" clId="{3F804E2C-6B6E-4B17-9904-45BA4E8FC1DD}" dt="2026-06-03T09:31:41.476" v="546" actId="1076"/>
          <ac:spMkLst>
            <pc:docMk/>
            <pc:sldMk cId="1056673942" sldId="1632"/>
            <ac:spMk id="2" creationId="{F203DA53-EDA4-01A0-FDA4-F08B4D94F02E}"/>
          </ac:spMkLst>
        </pc:spChg>
        <pc:spChg chg="mod">
          <ac:chgData name="Goyal Sanjay (Smart Controls)" userId="d8036015-3832-4110-92b2-0bdea297b30b" providerId="ADAL" clId="{3F804E2C-6B6E-4B17-9904-45BA4E8FC1DD}" dt="2026-06-03T09:31:33.784" v="544" actId="1076"/>
          <ac:spMkLst>
            <pc:docMk/>
            <pc:sldMk cId="1056673942" sldId="1632"/>
            <ac:spMk id="3" creationId="{B74DDF0E-323E-DD3E-40D2-572984D4369C}"/>
          </ac:spMkLst>
        </pc:spChg>
        <pc:spChg chg="del mod topLvl">
          <ac:chgData name="Goyal Sanjay (Smart Controls)" userId="d8036015-3832-4110-92b2-0bdea297b30b" providerId="ADAL" clId="{3F804E2C-6B6E-4B17-9904-45BA4E8FC1DD}" dt="2026-06-03T09:57:48.797" v="811" actId="478"/>
          <ac:spMkLst>
            <pc:docMk/>
            <pc:sldMk cId="1056673942" sldId="1632"/>
            <ac:spMk id="7" creationId="{7738C4D8-0A35-31A9-3C78-1BBF3728C424}"/>
          </ac:spMkLst>
        </pc:spChg>
        <pc:spChg chg="del mod topLvl">
          <ac:chgData name="Goyal Sanjay (Smart Controls)" userId="d8036015-3832-4110-92b2-0bdea297b30b" providerId="ADAL" clId="{3F804E2C-6B6E-4B17-9904-45BA4E8FC1DD}" dt="2026-06-03T09:16:02.026" v="46" actId="478"/>
          <ac:spMkLst>
            <pc:docMk/>
            <pc:sldMk cId="1056673942" sldId="1632"/>
            <ac:spMk id="8" creationId="{E582FB57-F41A-E19B-D748-EC5D9462B856}"/>
          </ac:spMkLst>
        </pc:spChg>
        <pc:spChg chg="mod topLvl">
          <ac:chgData name="Goyal Sanjay (Smart Controls)" userId="d8036015-3832-4110-92b2-0bdea297b30b" providerId="ADAL" clId="{3F804E2C-6B6E-4B17-9904-45BA4E8FC1DD}" dt="2026-06-04T05:20:36.949" v="1016" actId="1036"/>
          <ac:spMkLst>
            <pc:docMk/>
            <pc:sldMk cId="1056673942" sldId="1632"/>
            <ac:spMk id="12" creationId="{E70CEB09-AD32-4BE6-E76F-5C3D39CB1D14}"/>
          </ac:spMkLst>
        </pc:spChg>
        <pc:spChg chg="del mod topLvl">
          <ac:chgData name="Goyal Sanjay (Smart Controls)" userId="d8036015-3832-4110-92b2-0bdea297b30b" providerId="ADAL" clId="{3F804E2C-6B6E-4B17-9904-45BA4E8FC1DD}" dt="2026-06-03T09:15:51.233" v="43" actId="478"/>
          <ac:spMkLst>
            <pc:docMk/>
            <pc:sldMk cId="1056673942" sldId="1632"/>
            <ac:spMk id="14" creationId="{343362C6-95F9-2065-CA54-4A0643CF237F}"/>
          </ac:spMkLst>
        </pc:spChg>
        <pc:spChg chg="del mod topLvl">
          <ac:chgData name="Goyal Sanjay (Smart Controls)" userId="d8036015-3832-4110-92b2-0bdea297b30b" providerId="ADAL" clId="{3F804E2C-6B6E-4B17-9904-45BA4E8FC1DD}" dt="2026-06-03T09:15:49.033" v="41" actId="478"/>
          <ac:spMkLst>
            <pc:docMk/>
            <pc:sldMk cId="1056673942" sldId="1632"/>
            <ac:spMk id="17" creationId="{11672BB9-7BB9-DC70-471E-3C34562001A1}"/>
          </ac:spMkLst>
        </pc:spChg>
        <pc:spChg chg="del mod topLvl">
          <ac:chgData name="Goyal Sanjay (Smart Controls)" userId="d8036015-3832-4110-92b2-0bdea297b30b" providerId="ADAL" clId="{3F804E2C-6B6E-4B17-9904-45BA4E8FC1DD}" dt="2026-06-03T09:15:50.300" v="42" actId="478"/>
          <ac:spMkLst>
            <pc:docMk/>
            <pc:sldMk cId="1056673942" sldId="1632"/>
            <ac:spMk id="18" creationId="{2D0890A6-2B22-D5F3-B3E6-B809622B70B5}"/>
          </ac:spMkLst>
        </pc:spChg>
        <pc:spChg chg="mod topLvl">
          <ac:chgData name="Goyal Sanjay (Smart Controls)" userId="d8036015-3832-4110-92b2-0bdea297b30b" providerId="ADAL" clId="{3F804E2C-6B6E-4B17-9904-45BA4E8FC1DD}" dt="2026-06-04T05:18:47.292" v="919" actId="164"/>
          <ac:spMkLst>
            <pc:docMk/>
            <pc:sldMk cId="1056673942" sldId="1632"/>
            <ac:spMk id="20" creationId="{A4A48670-4FBD-6904-9E0F-7F808AECA2E3}"/>
          </ac:spMkLst>
        </pc:spChg>
        <pc:spChg chg="mod">
          <ac:chgData name="Goyal Sanjay (Smart Controls)" userId="d8036015-3832-4110-92b2-0bdea297b30b" providerId="ADAL" clId="{3F804E2C-6B6E-4B17-9904-45BA4E8FC1DD}" dt="2026-06-04T05:34:46.232" v="1375" actId="14100"/>
          <ac:spMkLst>
            <pc:docMk/>
            <pc:sldMk cId="1056673942" sldId="1632"/>
            <ac:spMk id="21" creationId="{F50FF0C0-1E75-1C29-3606-CA8782E45704}"/>
          </ac:spMkLst>
        </pc:spChg>
        <pc:spChg chg="del mod">
          <ac:chgData name="Goyal Sanjay (Smart Controls)" userId="d8036015-3832-4110-92b2-0bdea297b30b" providerId="ADAL" clId="{3F804E2C-6B6E-4B17-9904-45BA4E8FC1DD}" dt="2026-06-03T09:57:35.191" v="807" actId="478"/>
          <ac:spMkLst>
            <pc:docMk/>
            <pc:sldMk cId="1056673942" sldId="1632"/>
            <ac:spMk id="23" creationId="{65B02048-21C5-91F6-DF3E-710B72E1B9B7}"/>
          </ac:spMkLst>
        </pc:spChg>
        <pc:spChg chg="del">
          <ac:chgData name="Goyal Sanjay (Smart Controls)" userId="d8036015-3832-4110-92b2-0bdea297b30b" providerId="ADAL" clId="{3F804E2C-6B6E-4B17-9904-45BA4E8FC1DD}" dt="2026-06-03T09:16:40.738" v="79" actId="478"/>
          <ac:spMkLst>
            <pc:docMk/>
            <pc:sldMk cId="1056673942" sldId="1632"/>
            <ac:spMk id="24" creationId="{C94E7E67-9D3A-E857-D377-FB9C6B8A73B5}"/>
          </ac:spMkLst>
        </pc:spChg>
        <pc:spChg chg="add 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26" creationId="{1C1E4C52-6A7B-9FBA-97A6-D0B8AC3191D4}"/>
          </ac:spMkLst>
        </pc:spChg>
        <pc:spChg chg="del mod">
          <ac:chgData name="Goyal Sanjay (Smart Controls)" userId="d8036015-3832-4110-92b2-0bdea297b30b" providerId="ADAL" clId="{3F804E2C-6B6E-4B17-9904-45BA4E8FC1DD}" dt="2026-06-03T09:40:42.084" v="713" actId="478"/>
          <ac:spMkLst>
            <pc:docMk/>
            <pc:sldMk cId="1056673942" sldId="1632"/>
            <ac:spMk id="27" creationId="{90BF106E-E2C8-EC98-D738-64636D732B74}"/>
          </ac:spMkLst>
        </pc:spChg>
        <pc:spChg chg="mod">
          <ac:chgData name="Goyal Sanjay (Smart Controls)" userId="d8036015-3832-4110-92b2-0bdea297b30b" providerId="ADAL" clId="{3F804E2C-6B6E-4B17-9904-45BA4E8FC1DD}" dt="2026-06-04T05:31:55.340" v="1295" actId="1038"/>
          <ac:spMkLst>
            <pc:docMk/>
            <pc:sldMk cId="1056673942" sldId="1632"/>
            <ac:spMk id="28" creationId="{7D547C80-8302-F4CA-D9DD-F726C7B71CB7}"/>
          </ac:spMkLst>
        </pc:spChg>
        <pc:spChg chg="del">
          <ac:chgData name="Goyal Sanjay (Smart Controls)" userId="d8036015-3832-4110-92b2-0bdea297b30b" providerId="ADAL" clId="{3F804E2C-6B6E-4B17-9904-45BA4E8FC1DD}" dt="2026-06-03T09:19:52.554" v="155" actId="478"/>
          <ac:spMkLst>
            <pc:docMk/>
            <pc:sldMk cId="1056673942" sldId="1632"/>
            <ac:spMk id="29" creationId="{17AB0D4D-460A-E277-7B26-93A48F681A1C}"/>
          </ac:spMkLst>
        </pc:spChg>
        <pc:spChg chg="mod ord">
          <ac:chgData name="Goyal Sanjay (Smart Controls)" userId="d8036015-3832-4110-92b2-0bdea297b30b" providerId="ADAL" clId="{3F804E2C-6B6E-4B17-9904-45BA4E8FC1DD}" dt="2026-06-03T09:52:19.436" v="754" actId="1036"/>
          <ac:spMkLst>
            <pc:docMk/>
            <pc:sldMk cId="1056673942" sldId="1632"/>
            <ac:spMk id="30" creationId="{1FE1A5C5-B8D5-F178-FDFC-39B70E2C33EA}"/>
          </ac:spMkLst>
        </pc:spChg>
        <pc:spChg chg="del">
          <ac:chgData name="Goyal Sanjay (Smart Controls)" userId="d8036015-3832-4110-92b2-0bdea297b30b" providerId="ADAL" clId="{3F804E2C-6B6E-4B17-9904-45BA4E8FC1DD}" dt="2026-06-03T09:31:15.455" v="538" actId="478"/>
          <ac:spMkLst>
            <pc:docMk/>
            <pc:sldMk cId="1056673942" sldId="1632"/>
            <ac:spMk id="32" creationId="{62E929FD-B7B8-EEAE-D9BF-D72EA077C94F}"/>
          </ac:spMkLst>
        </pc:spChg>
        <pc:spChg chg="del mod">
          <ac:chgData name="Goyal Sanjay (Smart Controls)" userId="d8036015-3832-4110-92b2-0bdea297b30b" providerId="ADAL" clId="{3F804E2C-6B6E-4B17-9904-45BA4E8FC1DD}" dt="2026-06-03T09:40:45.921" v="714" actId="478"/>
          <ac:spMkLst>
            <pc:docMk/>
            <pc:sldMk cId="1056673942" sldId="1632"/>
            <ac:spMk id="33" creationId="{9EABD6CA-0873-22B6-2B89-F4AB7C12FFDF}"/>
          </ac:spMkLst>
        </pc:spChg>
        <pc:spChg chg="del">
          <ac:chgData name="Goyal Sanjay (Smart Controls)" userId="d8036015-3832-4110-92b2-0bdea297b30b" providerId="ADAL" clId="{3F804E2C-6B6E-4B17-9904-45BA4E8FC1DD}" dt="2026-06-03T09:19:53.939" v="156" actId="478"/>
          <ac:spMkLst>
            <pc:docMk/>
            <pc:sldMk cId="1056673942" sldId="1632"/>
            <ac:spMk id="35" creationId="{0865C0DE-AB22-5F01-2AD5-B58C82FA0D11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36" creationId="{37FCEFB8-40F5-64F0-2E99-2C156DDD3A6A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37" creationId="{306D1BCD-7C19-2AF5-5037-45C596DECAA5}"/>
          </ac:spMkLst>
        </pc:spChg>
        <pc:spChg chg="del">
          <ac:chgData name="Goyal Sanjay (Smart Controls)" userId="d8036015-3832-4110-92b2-0bdea297b30b" providerId="ADAL" clId="{3F804E2C-6B6E-4B17-9904-45BA4E8FC1DD}" dt="2026-06-03T09:31:17.116" v="539" actId="478"/>
          <ac:spMkLst>
            <pc:docMk/>
            <pc:sldMk cId="1056673942" sldId="1632"/>
            <ac:spMk id="38" creationId="{A2DD9CD7-6BAF-11D4-6F1A-C83C09E0B562}"/>
          </ac:spMkLst>
        </pc:spChg>
        <pc:spChg chg="del mod">
          <ac:chgData name="Goyal Sanjay (Smart Controls)" userId="d8036015-3832-4110-92b2-0bdea297b30b" providerId="ADAL" clId="{3F804E2C-6B6E-4B17-9904-45BA4E8FC1DD}" dt="2026-06-03T09:31:27.619" v="541" actId="478"/>
          <ac:spMkLst>
            <pc:docMk/>
            <pc:sldMk cId="1056673942" sldId="1632"/>
            <ac:spMk id="39" creationId="{7A99193D-5ECB-DCFD-D52E-B24F2056D37A}"/>
          </ac:spMkLst>
        </pc:spChg>
        <pc:spChg chg="del mod">
          <ac:chgData name="Goyal Sanjay (Smart Controls)" userId="d8036015-3832-4110-92b2-0bdea297b30b" providerId="ADAL" clId="{3F804E2C-6B6E-4B17-9904-45BA4E8FC1DD}" dt="2026-06-03T09:33:13.170" v="673" actId="478"/>
          <ac:spMkLst>
            <pc:docMk/>
            <pc:sldMk cId="1056673942" sldId="1632"/>
            <ac:spMk id="40" creationId="{014605C3-0068-07F2-1706-F5AB30844405}"/>
          </ac:spMkLst>
        </pc:spChg>
        <pc:spChg chg="del mod">
          <ac:chgData name="Goyal Sanjay (Smart Controls)" userId="d8036015-3832-4110-92b2-0bdea297b30b" providerId="ADAL" clId="{3F804E2C-6B6E-4B17-9904-45BA4E8FC1DD}" dt="2026-06-03T09:31:26.245" v="540" actId="478"/>
          <ac:spMkLst>
            <pc:docMk/>
            <pc:sldMk cId="1056673942" sldId="1632"/>
            <ac:spMk id="41" creationId="{41E65581-3F19-59E6-8EEF-5FC1C57199A9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42" creationId="{C9D7BEA8-C484-90F2-2512-BBA9B90BFA4E}"/>
          </ac:spMkLst>
        </pc:spChg>
        <pc:spChg chg="del mod">
          <ac:chgData name="Goyal Sanjay (Smart Controls)" userId="d8036015-3832-4110-92b2-0bdea297b30b" providerId="ADAL" clId="{3F804E2C-6B6E-4B17-9904-45BA4E8FC1DD}" dt="2026-06-03T09:31:29.124" v="542" actId="478"/>
          <ac:spMkLst>
            <pc:docMk/>
            <pc:sldMk cId="1056673942" sldId="1632"/>
            <ac:spMk id="43" creationId="{304E4BCA-BB59-680A-623C-EAE6CA256516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44" creationId="{729D6A50-0E10-A2C2-5770-061825ECD5F6}"/>
          </ac:spMkLst>
        </pc:spChg>
        <pc:spChg chg="del">
          <ac:chgData name="Goyal Sanjay (Smart Controls)" userId="d8036015-3832-4110-92b2-0bdea297b30b" providerId="ADAL" clId="{3F804E2C-6B6E-4B17-9904-45BA4E8FC1DD}" dt="2026-06-03T09:33:29.417" v="676" actId="478"/>
          <ac:spMkLst>
            <pc:docMk/>
            <pc:sldMk cId="1056673942" sldId="1632"/>
            <ac:spMk id="45" creationId="{9421660B-8306-3E53-4EC3-0FB532626121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46" creationId="{D649E514-C2EC-E063-2DE3-96E36CBB3B8D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47" creationId="{4A0382B6-8EBC-C662-4EA2-54D85879FC4E}"/>
          </ac:spMkLst>
        </pc:spChg>
        <pc:spChg chg="mod">
          <ac:chgData name="Goyal Sanjay (Smart Controls)" userId="d8036015-3832-4110-92b2-0bdea297b30b" providerId="ADAL" clId="{3F804E2C-6B6E-4B17-9904-45BA4E8FC1DD}" dt="2026-06-04T05:30:08.293" v="1265" actId="20577"/>
          <ac:spMkLst>
            <pc:docMk/>
            <pc:sldMk cId="1056673942" sldId="1632"/>
            <ac:spMk id="48" creationId="{C4908EF1-20B4-0C8E-05D6-D4DE51429FE7}"/>
          </ac:spMkLst>
        </pc:spChg>
        <pc:spChg chg="add del mod">
          <ac:chgData name="Goyal Sanjay (Smart Controls)" userId="d8036015-3832-4110-92b2-0bdea297b30b" providerId="ADAL" clId="{3F804E2C-6B6E-4B17-9904-45BA4E8FC1DD}" dt="2026-06-03T09:35:23.410" v="711" actId="478"/>
          <ac:spMkLst>
            <pc:docMk/>
            <pc:sldMk cId="1056673942" sldId="1632"/>
            <ac:spMk id="50" creationId="{CB357F4A-B02A-92CB-D237-E1D68A1D6ADA}"/>
          </ac:spMkLst>
        </pc:spChg>
        <pc:spChg chg="add del mod">
          <ac:chgData name="Goyal Sanjay (Smart Controls)" userId="d8036015-3832-4110-92b2-0bdea297b30b" providerId="ADAL" clId="{3F804E2C-6B6E-4B17-9904-45BA4E8FC1DD}" dt="2026-06-03T09:35:26.702" v="712" actId="478"/>
          <ac:spMkLst>
            <pc:docMk/>
            <pc:sldMk cId="1056673942" sldId="1632"/>
            <ac:spMk id="51" creationId="{7D40704C-A522-6C0F-4016-8EFB380169CC}"/>
          </ac:spMkLst>
        </pc:spChg>
        <pc:spChg chg="add mod">
          <ac:chgData name="Goyal Sanjay (Smart Controls)" userId="d8036015-3832-4110-92b2-0bdea297b30b" providerId="ADAL" clId="{3F804E2C-6B6E-4B17-9904-45BA4E8FC1DD}" dt="2026-06-04T05:25:46.322" v="1086" actId="207"/>
          <ac:spMkLst>
            <pc:docMk/>
            <pc:sldMk cId="1056673942" sldId="1632"/>
            <ac:spMk id="53" creationId="{C0215C8B-5595-3D58-EAD2-BF39F0CDC273}"/>
          </ac:spMkLst>
        </pc:spChg>
        <pc:spChg chg="mod">
          <ac:chgData name="Goyal Sanjay (Smart Controls)" userId="d8036015-3832-4110-92b2-0bdea297b30b" providerId="ADAL" clId="{3F804E2C-6B6E-4B17-9904-45BA4E8FC1DD}" dt="2026-06-04T05:20:24.271" v="998" actId="1036"/>
          <ac:spMkLst>
            <pc:docMk/>
            <pc:sldMk cId="1056673942" sldId="1632"/>
            <ac:spMk id="54" creationId="{1AE01BB5-5E5D-8E82-1E85-94A87A8A5D08}"/>
          </ac:spMkLst>
        </pc:spChg>
        <pc:spChg chg="del">
          <ac:chgData name="Goyal Sanjay (Smart Controls)" userId="d8036015-3832-4110-92b2-0bdea297b30b" providerId="ADAL" clId="{3F804E2C-6B6E-4B17-9904-45BA4E8FC1DD}" dt="2026-06-03T09:19:48.603" v="154" actId="478"/>
          <ac:spMkLst>
            <pc:docMk/>
            <pc:sldMk cId="1056673942" sldId="1632"/>
            <ac:spMk id="55" creationId="{2CA41CB2-62BB-C5A2-33D3-832E21917446}"/>
          </ac:spMkLst>
        </pc:spChg>
        <pc:spChg chg="del mod">
          <ac:chgData name="Goyal Sanjay (Smart Controls)" userId="d8036015-3832-4110-92b2-0bdea297b30b" providerId="ADAL" clId="{3F804E2C-6B6E-4B17-9904-45BA4E8FC1DD}" dt="2026-06-04T05:19:28.225" v="958" actId="478"/>
          <ac:spMkLst>
            <pc:docMk/>
            <pc:sldMk cId="1056673942" sldId="1632"/>
            <ac:spMk id="56" creationId="{85860E23-C161-3A49-108B-C0C9C9AC4651}"/>
          </ac:spMkLst>
        </pc:spChg>
        <pc:spChg chg="del">
          <ac:chgData name="Goyal Sanjay (Smart Controls)" userId="d8036015-3832-4110-92b2-0bdea297b30b" providerId="ADAL" clId="{3F804E2C-6B6E-4B17-9904-45BA4E8FC1DD}" dt="2026-06-03T09:19:12.195" v="153" actId="478"/>
          <ac:spMkLst>
            <pc:docMk/>
            <pc:sldMk cId="1056673942" sldId="1632"/>
            <ac:spMk id="58" creationId="{A7C092BD-9B35-228D-5E1B-B25F7BBEE96A}"/>
          </ac:spMkLst>
        </pc:spChg>
        <pc:spChg chg="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60" creationId="{0E6A6B63-35E7-87D5-1AB6-FB4855A37B89}"/>
          </ac:spMkLst>
        </pc:spChg>
        <pc:spChg chg="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62" creationId="{8508A770-0C68-2FC9-4D09-386FE213BDA2}"/>
          </ac:spMkLst>
        </pc:spChg>
        <pc:spChg chg="del mod">
          <ac:chgData name="Goyal Sanjay (Smart Controls)" userId="d8036015-3832-4110-92b2-0bdea297b30b" providerId="ADAL" clId="{3F804E2C-6B6E-4B17-9904-45BA4E8FC1DD}" dt="2026-06-03T09:22:39.566" v="293" actId="478"/>
          <ac:spMkLst>
            <pc:docMk/>
            <pc:sldMk cId="1056673942" sldId="1632"/>
            <ac:spMk id="64" creationId="{1D6CFFC5-04E5-A71B-E339-9E2D40920381}"/>
          </ac:spMkLst>
        </pc:spChg>
        <pc:spChg chg="mod">
          <ac:chgData name="Goyal Sanjay (Smart Controls)" userId="d8036015-3832-4110-92b2-0bdea297b30b" providerId="ADAL" clId="{3F804E2C-6B6E-4B17-9904-45BA4E8FC1DD}" dt="2026-06-03T09:23:36.249" v="310" actId="1076"/>
          <ac:spMkLst>
            <pc:docMk/>
            <pc:sldMk cId="1056673942" sldId="1632"/>
            <ac:spMk id="65" creationId="{69B8239C-1F54-1D41-CF65-A3FD0F83BE12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66" creationId="{5B44A992-9196-3B92-C7AB-8D4C28EB0386}"/>
          </ac:spMkLst>
        </pc:spChg>
        <pc:spChg chg="del mod">
          <ac:chgData name="Goyal Sanjay (Smart Controls)" userId="d8036015-3832-4110-92b2-0bdea297b30b" providerId="ADAL" clId="{3F804E2C-6B6E-4B17-9904-45BA4E8FC1DD}" dt="2026-06-04T05:26:59.655" v="1092" actId="478"/>
          <ac:spMkLst>
            <pc:docMk/>
            <pc:sldMk cId="1056673942" sldId="1632"/>
            <ac:spMk id="67" creationId="{688739AE-4355-C42F-799A-3BA203C1D595}"/>
          </ac:spMkLst>
        </pc:spChg>
        <pc:spChg chg="del mod">
          <ac:chgData name="Goyal Sanjay (Smart Controls)" userId="d8036015-3832-4110-92b2-0bdea297b30b" providerId="ADAL" clId="{3F804E2C-6B6E-4B17-9904-45BA4E8FC1DD}" dt="2026-06-03T09:22:00.566" v="289" actId="478"/>
          <ac:spMkLst>
            <pc:docMk/>
            <pc:sldMk cId="1056673942" sldId="1632"/>
            <ac:spMk id="69" creationId="{783840EE-B0BE-800C-655F-521BEE2EFB3D}"/>
          </ac:spMkLst>
        </pc:spChg>
        <pc:spChg chg="del">
          <ac:chgData name="Goyal Sanjay (Smart Controls)" userId="d8036015-3832-4110-92b2-0bdea297b30b" providerId="ADAL" clId="{3F804E2C-6B6E-4B17-9904-45BA4E8FC1DD}" dt="2026-06-03T09:18:59.645" v="152" actId="478"/>
          <ac:spMkLst>
            <pc:docMk/>
            <pc:sldMk cId="1056673942" sldId="1632"/>
            <ac:spMk id="70" creationId="{3938FC29-638B-14BF-5D7F-1B1F94070D9C}"/>
          </ac:spMkLst>
        </pc:spChg>
        <pc:spChg chg="del">
          <ac:chgData name="Goyal Sanjay (Smart Controls)" userId="d8036015-3832-4110-92b2-0bdea297b30b" providerId="ADAL" clId="{3F804E2C-6B6E-4B17-9904-45BA4E8FC1DD}" dt="2026-06-03T09:20:21.271" v="209" actId="478"/>
          <ac:spMkLst>
            <pc:docMk/>
            <pc:sldMk cId="1056673942" sldId="1632"/>
            <ac:spMk id="71" creationId="{F2C5E733-DAED-1942-C948-D96EEC1D6D78}"/>
          </ac:spMkLst>
        </pc:spChg>
        <pc:spChg chg="del">
          <ac:chgData name="Goyal Sanjay (Smart Controls)" userId="d8036015-3832-4110-92b2-0bdea297b30b" providerId="ADAL" clId="{3F804E2C-6B6E-4B17-9904-45BA4E8FC1DD}" dt="2026-06-03T09:20:25.208" v="210" actId="478"/>
          <ac:spMkLst>
            <pc:docMk/>
            <pc:sldMk cId="1056673942" sldId="1632"/>
            <ac:spMk id="72" creationId="{560410C0-F065-7CCA-2822-73666C74DB67}"/>
          </ac:spMkLst>
        </pc:spChg>
        <pc:spChg chg="del">
          <ac:chgData name="Goyal Sanjay (Smart Controls)" userId="d8036015-3832-4110-92b2-0bdea297b30b" providerId="ADAL" clId="{3F804E2C-6B6E-4B17-9904-45BA4E8FC1DD}" dt="2026-06-03T09:19:55.835" v="157" actId="478"/>
          <ac:spMkLst>
            <pc:docMk/>
            <pc:sldMk cId="1056673942" sldId="1632"/>
            <ac:spMk id="73" creationId="{C7AAF308-A8FF-3FED-708C-0D5E10317091}"/>
          </ac:spMkLst>
        </pc:spChg>
        <pc:spChg chg="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74" creationId="{C11617EF-C9FE-6F86-DA6D-6FA5F931AD7A}"/>
          </ac:spMkLst>
        </pc:spChg>
        <pc:spChg chg="mod">
          <ac:chgData name="Goyal Sanjay (Smart Controls)" userId="d8036015-3832-4110-92b2-0bdea297b30b" providerId="ADAL" clId="{3F804E2C-6B6E-4B17-9904-45BA4E8FC1DD}" dt="2026-06-04T05:32:28.450" v="1305" actId="1035"/>
          <ac:spMkLst>
            <pc:docMk/>
            <pc:sldMk cId="1056673942" sldId="1632"/>
            <ac:spMk id="75" creationId="{9E5AD425-411B-303D-8115-F893DA747B4C}"/>
          </ac:spMkLst>
        </pc:spChg>
        <pc:spChg chg="mod">
          <ac:chgData name="Goyal Sanjay (Smart Controls)" userId="d8036015-3832-4110-92b2-0bdea297b30b" providerId="ADAL" clId="{3F804E2C-6B6E-4B17-9904-45BA4E8FC1DD}" dt="2026-06-04T05:29:27.274" v="1235" actId="20577"/>
          <ac:spMkLst>
            <pc:docMk/>
            <pc:sldMk cId="1056673942" sldId="1632"/>
            <ac:spMk id="78" creationId="{88021694-B19F-7939-1579-10E18D3FA924}"/>
          </ac:spMkLst>
        </pc:spChg>
        <pc:spChg chg="del">
          <ac:chgData name="Goyal Sanjay (Smart Controls)" userId="d8036015-3832-4110-92b2-0bdea297b30b" providerId="ADAL" clId="{3F804E2C-6B6E-4B17-9904-45BA4E8FC1DD}" dt="2026-06-03T09:21:53.470" v="287" actId="478"/>
          <ac:spMkLst>
            <pc:docMk/>
            <pc:sldMk cId="1056673942" sldId="1632"/>
            <ac:spMk id="79" creationId="{45C64EB9-F936-C142-B8AE-62C095D1299C}"/>
          </ac:spMkLst>
        </pc:spChg>
        <pc:spChg chg="add mod ord">
          <ac:chgData name="Goyal Sanjay (Smart Controls)" userId="d8036015-3832-4110-92b2-0bdea297b30b" providerId="ADAL" clId="{3F804E2C-6B6E-4B17-9904-45BA4E8FC1DD}" dt="2026-06-04T05:18:47.292" v="919" actId="164"/>
          <ac:spMkLst>
            <pc:docMk/>
            <pc:sldMk cId="1056673942" sldId="1632"/>
            <ac:spMk id="83" creationId="{9C7ED226-9F42-D448-B92D-76812BF8F09C}"/>
          </ac:spMkLst>
        </pc:spChg>
        <pc:spChg chg="add del mod">
          <ac:chgData name="Goyal Sanjay (Smart Controls)" userId="d8036015-3832-4110-92b2-0bdea297b30b" providerId="ADAL" clId="{3F804E2C-6B6E-4B17-9904-45BA4E8FC1DD}" dt="2026-06-03T09:59:30.945" v="831" actId="478"/>
          <ac:spMkLst>
            <pc:docMk/>
            <pc:sldMk cId="1056673942" sldId="1632"/>
            <ac:spMk id="84" creationId="{F862744B-74D1-5965-F5D6-323BDBEA3DAD}"/>
          </ac:spMkLst>
        </pc:spChg>
        <pc:spChg chg="add 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85" creationId="{B6039B01-8235-9508-86FC-084F0E33B777}"/>
          </ac:spMkLst>
        </pc:spChg>
        <pc:spChg chg="add mod">
          <ac:chgData name="Goyal Sanjay (Smart Controls)" userId="d8036015-3832-4110-92b2-0bdea297b30b" providerId="ADAL" clId="{3F804E2C-6B6E-4B17-9904-45BA4E8FC1DD}" dt="2026-06-04T05:23:26.126" v="1057" actId="1036"/>
          <ac:spMkLst>
            <pc:docMk/>
            <pc:sldMk cId="1056673942" sldId="1632"/>
            <ac:spMk id="86" creationId="{3F68760C-C3B8-DA6E-53F4-3F63262AE556}"/>
          </ac:spMkLst>
        </pc:spChg>
        <pc:spChg chg="add mod">
          <ac:chgData name="Goyal Sanjay (Smart Controls)" userId="d8036015-3832-4110-92b2-0bdea297b30b" providerId="ADAL" clId="{3F804E2C-6B6E-4B17-9904-45BA4E8FC1DD}" dt="2026-06-04T05:20:56.737" v="1026" actId="1036"/>
          <ac:spMkLst>
            <pc:docMk/>
            <pc:sldMk cId="1056673942" sldId="1632"/>
            <ac:spMk id="87" creationId="{DC7833B1-A3EF-E28E-C44E-F94819CBAC2C}"/>
          </ac:spMkLst>
        </pc:spChg>
        <pc:spChg chg="add mod">
          <ac:chgData name="Goyal Sanjay (Smart Controls)" userId="d8036015-3832-4110-92b2-0bdea297b30b" providerId="ADAL" clId="{3F804E2C-6B6E-4B17-9904-45BA4E8FC1DD}" dt="2026-06-04T05:27:08.681" v="1161" actId="1038"/>
          <ac:spMkLst>
            <pc:docMk/>
            <pc:sldMk cId="1056673942" sldId="1632"/>
            <ac:spMk id="89" creationId="{9A0EC372-640D-973E-4F7C-B73D2CC04CEB}"/>
          </ac:spMkLst>
        </pc:spChg>
        <pc:spChg chg="add mod">
          <ac:chgData name="Goyal Sanjay (Smart Controls)" userId="d8036015-3832-4110-92b2-0bdea297b30b" providerId="ADAL" clId="{3F804E2C-6B6E-4B17-9904-45BA4E8FC1DD}" dt="2026-06-04T05:31:55.340" v="1295" actId="1038"/>
          <ac:spMkLst>
            <pc:docMk/>
            <pc:sldMk cId="1056673942" sldId="1632"/>
            <ac:spMk id="90" creationId="{70382DE8-F4A2-B1DA-1E77-F7D5908E6E67}"/>
          </ac:spMkLst>
        </pc:spChg>
        <pc:spChg chg="add mod">
          <ac:chgData name="Goyal Sanjay (Smart Controls)" userId="d8036015-3832-4110-92b2-0bdea297b30b" providerId="ADAL" clId="{3F804E2C-6B6E-4B17-9904-45BA4E8FC1DD}" dt="2026-06-04T05:34:38.647" v="1374" actId="1076"/>
          <ac:spMkLst>
            <pc:docMk/>
            <pc:sldMk cId="1056673942" sldId="1632"/>
            <ac:spMk id="91" creationId="{DE5447F7-B7DB-912C-875F-E39298FCB734}"/>
          </ac:spMkLst>
        </pc:spChg>
        <pc:spChg chg="add mod">
          <ac:chgData name="Goyal Sanjay (Smart Controls)" userId="d8036015-3832-4110-92b2-0bdea297b30b" providerId="ADAL" clId="{3F804E2C-6B6E-4B17-9904-45BA4E8FC1DD}" dt="2026-06-04T05:34:33.848" v="1373" actId="1076"/>
          <ac:spMkLst>
            <pc:docMk/>
            <pc:sldMk cId="1056673942" sldId="1632"/>
            <ac:spMk id="92" creationId="{159EF9EF-9D9F-FAE6-A14B-AA94377001EE}"/>
          </ac:spMkLst>
        </pc:spChg>
        <pc:grpChg chg="del">
          <ac:chgData name="Goyal Sanjay (Smart Controls)" userId="d8036015-3832-4110-92b2-0bdea297b30b" providerId="ADAL" clId="{3F804E2C-6B6E-4B17-9904-45BA4E8FC1DD}" dt="2026-06-03T09:15:00.298" v="29" actId="165"/>
          <ac:grpSpMkLst>
            <pc:docMk/>
            <pc:sldMk cId="1056673942" sldId="1632"/>
            <ac:grpSpMk id="9" creationId="{302A029B-6E06-0E57-BF1E-CCD5B9701734}"/>
          </ac:grpSpMkLst>
        </pc:grpChg>
        <pc:grpChg chg="del">
          <ac:chgData name="Goyal Sanjay (Smart Controls)" userId="d8036015-3832-4110-92b2-0bdea297b30b" providerId="ADAL" clId="{3F804E2C-6B6E-4B17-9904-45BA4E8FC1DD}" dt="2026-06-03T09:18:55.933" v="151" actId="478"/>
          <ac:grpSpMkLst>
            <pc:docMk/>
            <pc:sldMk cId="1056673942" sldId="1632"/>
            <ac:grpSpMk id="31" creationId="{E94D8F1A-F9C4-2598-8962-73B2C8C5A7D4}"/>
          </ac:grpSpMkLst>
        </pc:grpChg>
        <pc:grpChg chg="add mod">
          <ac:chgData name="Goyal Sanjay (Smart Controls)" userId="d8036015-3832-4110-92b2-0bdea297b30b" providerId="ADAL" clId="{3F804E2C-6B6E-4B17-9904-45BA4E8FC1DD}" dt="2026-06-04T05:25:41.655" v="1085" actId="207"/>
          <ac:grpSpMkLst>
            <pc:docMk/>
            <pc:sldMk cId="1056673942" sldId="1632"/>
            <ac:grpSpMk id="80" creationId="{5B7B3A5E-B483-58BB-43D6-AE42BEA94460}"/>
          </ac:grpSpMkLst>
        </pc:grpChg>
        <pc:grpChg chg="add mod">
          <ac:chgData name="Goyal Sanjay (Smart Controls)" userId="d8036015-3832-4110-92b2-0bdea297b30b" providerId="ADAL" clId="{3F804E2C-6B6E-4B17-9904-45BA4E8FC1DD}" dt="2026-06-04T05:32:23.083" v="1303" actId="1036"/>
          <ac:grpSpMkLst>
            <pc:docMk/>
            <pc:sldMk cId="1056673942" sldId="1632"/>
            <ac:grpSpMk id="88" creationId="{D8FE66F0-C239-341D-D705-E504FE3A0A6C}"/>
          </ac:grpSpMkLst>
        </pc:grpChg>
        <pc:picChg chg="add mod">
          <ac:chgData name="Goyal Sanjay (Smart Controls)" userId="d8036015-3832-4110-92b2-0bdea297b30b" providerId="ADAL" clId="{3F804E2C-6B6E-4B17-9904-45BA4E8FC1DD}" dt="2026-06-04T05:20:05.964" v="983" actId="1036"/>
          <ac:picMkLst>
            <pc:docMk/>
            <pc:sldMk cId="1056673942" sldId="1632"/>
            <ac:picMk id="10" creationId="{4B132412-9A7E-8252-2C60-ECC1C8538A23}"/>
          </ac:picMkLst>
        </pc:picChg>
        <pc:picChg chg="add mod">
          <ac:chgData name="Goyal Sanjay (Smart Controls)" userId="d8036015-3832-4110-92b2-0bdea297b30b" providerId="ADAL" clId="{3F804E2C-6B6E-4B17-9904-45BA4E8FC1DD}" dt="2026-06-04T05:20:05.964" v="983" actId="1036"/>
          <ac:picMkLst>
            <pc:docMk/>
            <pc:sldMk cId="1056673942" sldId="1632"/>
            <ac:picMk id="11" creationId="{B61BDD7B-2B58-01B9-7F24-0682A6915C13}"/>
          </ac:picMkLst>
        </pc:picChg>
        <pc:picChg chg="del mod topLvl">
          <ac:chgData name="Goyal Sanjay (Smart Controls)" userId="d8036015-3832-4110-92b2-0bdea297b30b" providerId="ADAL" clId="{3F804E2C-6B6E-4B17-9904-45BA4E8FC1DD}" dt="2026-06-03T09:15:06.389" v="30" actId="478"/>
          <ac:picMkLst>
            <pc:docMk/>
            <pc:sldMk cId="1056673942" sldId="1632"/>
            <ac:picMk id="15" creationId="{2709AAA6-AC8F-7F70-6336-14FC9FEB2294}"/>
          </ac:picMkLst>
        </pc:picChg>
        <pc:picChg chg="mod topLvl">
          <ac:chgData name="Goyal Sanjay (Smart Controls)" userId="d8036015-3832-4110-92b2-0bdea297b30b" providerId="ADAL" clId="{3F804E2C-6B6E-4B17-9904-45BA4E8FC1DD}" dt="2026-06-04T05:18:47.292" v="919" actId="164"/>
          <ac:picMkLst>
            <pc:docMk/>
            <pc:sldMk cId="1056673942" sldId="1632"/>
            <ac:picMk id="16" creationId="{A2956622-F78E-2550-A761-2D90C57B03AB}"/>
          </ac:picMkLst>
        </pc:picChg>
        <pc:picChg chg="mod">
          <ac:chgData name="Goyal Sanjay (Smart Controls)" userId="d8036015-3832-4110-92b2-0bdea297b30b" providerId="ADAL" clId="{3F804E2C-6B6E-4B17-9904-45BA4E8FC1DD}" dt="2026-06-04T05:20:05.964" v="983" actId="1036"/>
          <ac:picMkLst>
            <pc:docMk/>
            <pc:sldMk cId="1056673942" sldId="1632"/>
            <ac:picMk id="49" creationId="{87B6EF1A-CCE7-5BDD-D58B-0E7F72907928}"/>
          </ac:picMkLst>
        </pc:picChg>
        <pc:picChg chg="del mod">
          <ac:chgData name="Goyal Sanjay (Smart Controls)" userId="d8036015-3832-4110-92b2-0bdea297b30b" providerId="ADAL" clId="{3F804E2C-6B6E-4B17-9904-45BA4E8FC1DD}" dt="2026-06-03T09:34:59.087" v="710" actId="478"/>
          <ac:picMkLst>
            <pc:docMk/>
            <pc:sldMk cId="1056673942" sldId="1632"/>
            <ac:picMk id="52" creationId="{DA7FFB76-11B0-6C25-B74A-79A14894CCF0}"/>
          </ac:picMkLst>
        </pc:picChg>
        <pc:picChg chg="add mod">
          <ac:chgData name="Goyal Sanjay (Smart Controls)" userId="d8036015-3832-4110-92b2-0bdea297b30b" providerId="ADAL" clId="{3F804E2C-6B6E-4B17-9904-45BA4E8FC1DD}" dt="2026-06-04T05:25:41.655" v="1085" actId="207"/>
          <ac:picMkLst>
            <pc:docMk/>
            <pc:sldMk cId="1056673942" sldId="1632"/>
            <ac:picMk id="57" creationId="{08D74E6D-C634-F532-B122-9FEECC831D46}"/>
          </ac:picMkLst>
        </pc:picChg>
        <pc:picChg chg="add mod">
          <ac:chgData name="Goyal Sanjay (Smart Controls)" userId="d8036015-3832-4110-92b2-0bdea297b30b" providerId="ADAL" clId="{3F804E2C-6B6E-4B17-9904-45BA4E8FC1DD}" dt="2026-06-04T05:25:41.655" v="1085" actId="207"/>
          <ac:picMkLst>
            <pc:docMk/>
            <pc:sldMk cId="1056673942" sldId="1632"/>
            <ac:picMk id="59" creationId="{A8A7C582-0B17-5D68-96B2-1BA8BD049797}"/>
          </ac:picMkLst>
        </pc:picChg>
        <pc:picChg chg="add mod">
          <ac:chgData name="Goyal Sanjay (Smart Controls)" userId="d8036015-3832-4110-92b2-0bdea297b30b" providerId="ADAL" clId="{3F804E2C-6B6E-4B17-9904-45BA4E8FC1DD}" dt="2026-06-04T05:25:41.655" v="1085" actId="207"/>
          <ac:picMkLst>
            <pc:docMk/>
            <pc:sldMk cId="1056673942" sldId="1632"/>
            <ac:picMk id="61" creationId="{7FE719AF-09BF-BA6B-1473-178804930DC0}"/>
          </ac:picMkLst>
        </pc:picChg>
        <pc:picChg chg="del">
          <ac:chgData name="Goyal Sanjay (Smart Controls)" userId="d8036015-3832-4110-92b2-0bdea297b30b" providerId="ADAL" clId="{3F804E2C-6B6E-4B17-9904-45BA4E8FC1DD}" dt="2026-06-03T09:22:04.870" v="290" actId="478"/>
          <ac:picMkLst>
            <pc:docMk/>
            <pc:sldMk cId="1056673942" sldId="1632"/>
            <ac:picMk id="68" creationId="{3389D455-971C-7388-14D6-19C0E8DE2079}"/>
          </ac:picMkLst>
        </pc:picChg>
        <pc:picChg chg="del">
          <ac:chgData name="Goyal Sanjay (Smart Controls)" userId="d8036015-3832-4110-92b2-0bdea297b30b" providerId="ADAL" clId="{3F804E2C-6B6E-4B17-9904-45BA4E8FC1DD}" dt="2026-06-03T09:21:57.077" v="288" actId="478"/>
          <ac:picMkLst>
            <pc:docMk/>
            <pc:sldMk cId="1056673942" sldId="1632"/>
            <ac:picMk id="77" creationId="{BBBED8AE-AE76-7325-0E28-307820DB8622}"/>
          </ac:picMkLst>
        </pc:picChg>
        <pc:picChg chg="add del mod">
          <ac:chgData name="Goyal Sanjay (Smart Controls)" userId="d8036015-3832-4110-92b2-0bdea297b30b" providerId="ADAL" clId="{3F804E2C-6B6E-4B17-9904-45BA4E8FC1DD}" dt="2026-06-03T09:55:47.288" v="768" actId="478"/>
          <ac:picMkLst>
            <pc:docMk/>
            <pc:sldMk cId="1056673942" sldId="1632"/>
            <ac:picMk id="82" creationId="{2978B9FB-0515-E0CB-6248-DF65B969FEAC}"/>
          </ac:picMkLst>
        </pc:picChg>
        <pc:cxnChg chg="del mod">
          <ac:chgData name="Goyal Sanjay (Smart Controls)" userId="d8036015-3832-4110-92b2-0bdea297b30b" providerId="ADAL" clId="{3F804E2C-6B6E-4B17-9904-45BA4E8FC1DD}" dt="2026-06-03T09:15:24.056" v="35" actId="478"/>
          <ac:cxnSpMkLst>
            <pc:docMk/>
            <pc:sldMk cId="1056673942" sldId="1632"/>
            <ac:cxnSpMk id="13" creationId="{A8DAD2CC-0ACF-19EF-2F82-5DED4823928D}"/>
          </ac:cxnSpMkLst>
        </pc:cxnChg>
        <pc:cxnChg chg="add mod">
          <ac:chgData name="Goyal Sanjay (Smart Controls)" userId="d8036015-3832-4110-92b2-0bdea297b30b" providerId="ADAL" clId="{3F804E2C-6B6E-4B17-9904-45BA4E8FC1DD}" dt="2026-06-04T05:20:05.964" v="983" actId="1036"/>
          <ac:cxnSpMkLst>
            <pc:docMk/>
            <pc:sldMk cId="1056673942" sldId="1632"/>
            <ac:cxnSpMk id="22" creationId="{DE95E859-C1E7-B655-9F3F-7D53682C1606}"/>
          </ac:cxnSpMkLst>
        </pc:cxnChg>
        <pc:cxnChg chg="mod">
          <ac:chgData name="Goyal Sanjay (Smart Controls)" userId="d8036015-3832-4110-92b2-0bdea297b30b" providerId="ADAL" clId="{3F804E2C-6B6E-4B17-9904-45BA4E8FC1DD}" dt="2026-06-03T09:18:55.933" v="151" actId="478"/>
          <ac:cxnSpMkLst>
            <pc:docMk/>
            <pc:sldMk cId="1056673942" sldId="1632"/>
            <ac:cxnSpMk id="25" creationId="{5CF718B3-6569-34A3-60A1-98D7101E89CD}"/>
          </ac:cxnSpMkLst>
        </pc:cxnChg>
        <pc:cxnChg chg="add mod">
          <ac:chgData name="Goyal Sanjay (Smart Controls)" userId="d8036015-3832-4110-92b2-0bdea297b30b" providerId="ADAL" clId="{3F804E2C-6B6E-4B17-9904-45BA4E8FC1DD}" dt="2026-06-04T05:25:41.655" v="1085" actId="207"/>
          <ac:cxnSpMkLst>
            <pc:docMk/>
            <pc:sldMk cId="1056673942" sldId="1632"/>
            <ac:cxnSpMk id="76" creationId="{3646267F-283E-0C19-F7D1-F0A6FE01615E}"/>
          </ac:cxnSpMkLst>
        </pc:cxnChg>
      </pc:sldChg>
      <pc:sldChg chg="del">
        <pc:chgData name="Goyal Sanjay (Smart Controls)" userId="d8036015-3832-4110-92b2-0bdea297b30b" providerId="ADAL" clId="{3F804E2C-6B6E-4B17-9904-45BA4E8FC1DD}" dt="2026-06-03T09:14:14.419" v="8" actId="47"/>
        <pc:sldMkLst>
          <pc:docMk/>
          <pc:sldMk cId="141477135" sldId="16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62B36-BEE9-4AF3-9399-28CF65F76491}" type="datetimeFigureOut">
              <a:rPr lang="en-IN" smtClean="0"/>
              <a:t>03-06-2026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E22EB-712D-4235-88B7-55C7BC45B96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07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0692"/>
            <a:ext cx="9144000" cy="1892808"/>
          </a:xfrm>
          <a:prstGeom prst="rect">
            <a:avLst/>
          </a:prstGeom>
        </p:spPr>
      </p:pic>
      <p:sp>
        <p:nvSpPr>
          <p:cNvPr id="8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288000" y="3517200"/>
            <a:ext cx="6084000" cy="3429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  <a:defRPr sz="24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288000" y="3874416"/>
            <a:ext cx="6084000" cy="342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250800"/>
          </a:xfr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00" y="4276800"/>
            <a:ext cx="1879200" cy="644422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CF76717-6819-49FA-B4FE-86A075EC4D24}"/>
              </a:ext>
            </a:extLst>
          </p:cNvPr>
          <p:cNvGrpSpPr/>
          <p:nvPr/>
        </p:nvGrpSpPr>
        <p:grpSpPr>
          <a:xfrm>
            <a:off x="-7200" y="4276800"/>
            <a:ext cx="1879200" cy="644422"/>
            <a:chOff x="-7200" y="4276800"/>
            <a:chExt cx="1879200" cy="6444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8377968-E43F-4A4B-9243-5BD72799435E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0" name="Grafik 11">
                <a:extLst>
                  <a:ext uri="{FF2B5EF4-FFF2-40B4-BE49-F238E27FC236}">
                    <a16:creationId xmlns:a16="http://schemas.microsoft.com/office/drawing/2014/main" id="{E7CAC586-8662-4F9E-8E17-C29CFA4805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AC0CD20-4A27-4B0C-BB10-854D5076AB81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3" name="Picture 2" descr="Logo, company name&#10;&#10;Description automatically generated">
              <a:extLst>
                <a:ext uri="{FF2B5EF4-FFF2-40B4-BE49-F238E27FC236}">
                  <a16:creationId xmlns:a16="http://schemas.microsoft.com/office/drawing/2014/main" id="{6CB32BB0-0EC9-41BF-9055-14ED77AE7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98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288000" y="3517200"/>
            <a:ext cx="6084000" cy="3429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  <a:defRPr sz="24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288000" y="3874416"/>
            <a:ext cx="6084000" cy="342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20" name="Bildplatzhalter 19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250800"/>
          </a:xfrm>
          <a:noFill/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00" y="4276800"/>
            <a:ext cx="1879200" cy="644422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EE9238-0511-42FC-B753-D37E870DCDC9}"/>
              </a:ext>
            </a:extLst>
          </p:cNvPr>
          <p:cNvSpPr/>
          <p:nvPr/>
        </p:nvSpPr>
        <p:spPr>
          <a:xfrm>
            <a:off x="288000" y="4599010"/>
            <a:ext cx="1512168" cy="4464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9341E04-100E-47C3-8DA9-048B73CDA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07" y="4291569"/>
            <a:ext cx="801562" cy="61488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CC905B-6725-4AD9-84BE-E3A811E845BC}"/>
              </a:ext>
            </a:extLst>
          </p:cNvPr>
          <p:cNvGrpSpPr/>
          <p:nvPr/>
        </p:nvGrpSpPr>
        <p:grpSpPr>
          <a:xfrm>
            <a:off x="-7200" y="4276800"/>
            <a:ext cx="1879200" cy="644422"/>
            <a:chOff x="-7200" y="4276800"/>
            <a:chExt cx="1879200" cy="6444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780C939-6333-414A-9A72-20B58B5C9C2D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5" name="Grafik 11">
                <a:extLst>
                  <a:ext uri="{FF2B5EF4-FFF2-40B4-BE49-F238E27FC236}">
                    <a16:creationId xmlns:a16="http://schemas.microsoft.com/office/drawing/2014/main" id="{3E07A7C2-EEAA-4302-BD4B-7E548A5A3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CA4706F-B47B-48C4-8DCD-458C2868FB2D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14" name="Picture 13" descr="Logo, company name&#10;&#10;Description automatically generated">
              <a:extLst>
                <a:ext uri="{FF2B5EF4-FFF2-40B4-BE49-F238E27FC236}">
                  <a16:creationId xmlns:a16="http://schemas.microsoft.com/office/drawing/2014/main" id="{589DA19B-5054-4131-A615-A2DA59401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161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E9D3F375-C743-450A-AC82-4EE9B1250DA2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Logo, company name&#10;&#10;Description automatically generated">
            <a:extLst>
              <a:ext uri="{FF2B5EF4-FFF2-40B4-BE49-F238E27FC236}">
                <a16:creationId xmlns:a16="http://schemas.microsoft.com/office/drawing/2014/main" id="{6883C598-92BF-46B1-8F01-EFA320F808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888"/>
            <a:ext cx="9144000" cy="4011168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F6A6522D-0ACC-4AAC-8B2A-C8239202DC71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042FBFE1-CA78-4186-81AF-320F59D33E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2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D57C174D-E01A-4788-9A0D-B4C1B9C6B4CC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3369314" y="1131888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27600" y="1131888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415100" y="1131888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7"/>
          </p:nvPr>
        </p:nvSpPr>
        <p:spPr>
          <a:xfrm>
            <a:off x="3369314" y="2787774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8"/>
          </p:nvPr>
        </p:nvSpPr>
        <p:spPr>
          <a:xfrm>
            <a:off x="327600" y="2787774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/>
          </p:nvPr>
        </p:nvSpPr>
        <p:spPr>
          <a:xfrm>
            <a:off x="6415100" y="2787774"/>
            <a:ext cx="2554692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4" name="Picture 13" descr="Logo, company name&#10;&#10;Description automatically generated">
            <a:extLst>
              <a:ext uri="{FF2B5EF4-FFF2-40B4-BE49-F238E27FC236}">
                <a16:creationId xmlns:a16="http://schemas.microsoft.com/office/drawing/2014/main" id="{8B67ABB1-36F6-4348-B803-9A0F2AF35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3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27D739F8-C481-4849-94EC-3735B02C4684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2703864" y="982194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47696" y="982194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860032" y="982194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7"/>
          </p:nvPr>
        </p:nvSpPr>
        <p:spPr>
          <a:xfrm>
            <a:off x="2703864" y="2860080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47696" y="2860080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9"/>
          </p:nvPr>
        </p:nvSpPr>
        <p:spPr>
          <a:xfrm>
            <a:off x="4859694" y="2860080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20"/>
          </p:nvPr>
        </p:nvSpPr>
        <p:spPr>
          <a:xfrm>
            <a:off x="7015524" y="982194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21"/>
          </p:nvPr>
        </p:nvSpPr>
        <p:spPr>
          <a:xfrm>
            <a:off x="7015186" y="2860080"/>
            <a:ext cx="1692000" cy="14398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B853FD4E-F682-4A88-A3F9-E009BFA143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2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s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3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8777BB8A-D975-497D-B74E-D5077D0F277B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4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2703864" y="982194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47696" y="982194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860032" y="982194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20"/>
          </p:nvPr>
        </p:nvSpPr>
        <p:spPr>
          <a:xfrm>
            <a:off x="7015524" y="982194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703864" y="2211710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22"/>
          </p:nvPr>
        </p:nvSpPr>
        <p:spPr>
          <a:xfrm>
            <a:off x="547696" y="2211710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23"/>
          </p:nvPr>
        </p:nvSpPr>
        <p:spPr>
          <a:xfrm>
            <a:off x="4860032" y="2211710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015524" y="2211710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25"/>
          </p:nvPr>
        </p:nvSpPr>
        <p:spPr>
          <a:xfrm>
            <a:off x="2699792" y="3441226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26"/>
          </p:nvPr>
        </p:nvSpPr>
        <p:spPr>
          <a:xfrm>
            <a:off x="543624" y="3441226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27"/>
          </p:nvPr>
        </p:nvSpPr>
        <p:spPr>
          <a:xfrm>
            <a:off x="4855960" y="3441226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8"/>
          </p:nvPr>
        </p:nvSpPr>
        <p:spPr>
          <a:xfrm>
            <a:off x="7011452" y="3441226"/>
            <a:ext cx="1692000" cy="8694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D013BE8E-F882-4FC5-88D5-807F949BB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4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78CDB583-DD9A-4E24-9C2B-D63D3CDE437F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721848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721848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251520" y="1131887"/>
            <a:ext cx="8717855" cy="32983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38C199F5-EA94-4297-AEA9-9092C5E792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3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904CC423-8A1E-47FD-A7F1-1824DF5ED39C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721848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721848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251520" y="1635647"/>
            <a:ext cx="4075160" cy="2736304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60363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 marL="5381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 marL="7159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 marL="89852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250825" y="1131888"/>
            <a:ext cx="4075113" cy="3672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20"/>
          <p:cNvSpPr>
            <a:spLocks noGrp="1"/>
          </p:cNvSpPr>
          <p:nvPr>
            <p:ph type="body" sz="quarter" idx="18"/>
          </p:nvPr>
        </p:nvSpPr>
        <p:spPr>
          <a:xfrm>
            <a:off x="4896447" y="1130637"/>
            <a:ext cx="4075113" cy="3672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9"/>
          </p:nvPr>
        </p:nvSpPr>
        <p:spPr>
          <a:xfrm>
            <a:off x="4896447" y="1635647"/>
            <a:ext cx="4075160" cy="2736304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60363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 marL="5381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 marL="7159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 marL="89852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168DEE09-EC2E-4D95-BB8A-F1E8B0313B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8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ullet Point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354" y="0"/>
            <a:ext cx="4570646" cy="5143500"/>
          </a:xfrm>
          <a:prstGeom prst="rect">
            <a:avLst/>
          </a:prstGeom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5006E3DE-F43A-48F5-A4A0-03CA7D055A3D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40752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4463152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6"/>
          </p:nvPr>
        </p:nvSpPr>
        <p:spPr>
          <a:xfrm>
            <a:off x="4820028" y="1131592"/>
            <a:ext cx="4149764" cy="3240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250825" y="1131888"/>
            <a:ext cx="4075113" cy="3672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Inhaltsplatzhalter 2"/>
          <p:cNvSpPr>
            <a:spLocks noGrp="1"/>
          </p:cNvSpPr>
          <p:nvPr>
            <p:ph idx="1"/>
          </p:nvPr>
        </p:nvSpPr>
        <p:spPr>
          <a:xfrm>
            <a:off x="251520" y="1635647"/>
            <a:ext cx="4075160" cy="2736304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60363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 marL="5381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 marL="715963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 marL="89852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4EE002E3-D2D0-4EE1-B3D2-A84FFA0154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2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8"/>
          </p:nvPr>
        </p:nvSpPr>
        <p:spPr>
          <a:xfrm>
            <a:off x="251520" y="1130400"/>
            <a:ext cx="4075160" cy="16199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Tx/>
              <a:buNone/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7"/>
          </p:nvPr>
        </p:nvSpPr>
        <p:spPr>
          <a:xfrm>
            <a:off x="251520" y="2858400"/>
            <a:ext cx="4075160" cy="1620000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9"/>
          </p:nvPr>
        </p:nvSpPr>
        <p:spPr>
          <a:xfrm>
            <a:off x="4644008" y="1130399"/>
            <a:ext cx="4321175" cy="162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Bildplatzhalter 3"/>
          <p:cNvSpPr>
            <a:spLocks noGrp="1"/>
          </p:cNvSpPr>
          <p:nvPr>
            <p:ph type="pic" sz="quarter" idx="20"/>
          </p:nvPr>
        </p:nvSpPr>
        <p:spPr>
          <a:xfrm>
            <a:off x="4645144" y="2859782"/>
            <a:ext cx="4321175" cy="162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A8509C3A-132D-4803-A13C-1B7BB7BC98EC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721848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721848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A3C4FACA-E0B8-45DC-8569-9BE647AFB3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7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4"/>
          </p:nvPr>
        </p:nvSpPr>
        <p:spPr>
          <a:xfrm>
            <a:off x="324000" y="1362381"/>
            <a:ext cx="8647200" cy="288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B04FC1CB-B939-4FAE-AAF3-F4213B9732B3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364790"/>
            <a:ext cx="5400000" cy="3672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9CD1E821-32F6-4F66-A87B-9CCBCCB6C3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1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888"/>
            <a:ext cx="9144000" cy="4011168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4"/>
          </p:nvPr>
        </p:nvSpPr>
        <p:spPr>
          <a:xfrm>
            <a:off x="324000" y="1362381"/>
            <a:ext cx="8647200" cy="2880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55497896-F0A7-46D5-9F35-C3216184A256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364790"/>
            <a:ext cx="5400000" cy="3672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BD9540AD-7F09-4F53-A6A9-EA127776BC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532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CFA0DE72-3DE1-47EF-ADBE-02B5DFB25D23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083919"/>
            <a:ext cx="4075160" cy="366012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252000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Diagrammplatzhalter 9"/>
          <p:cNvSpPr>
            <a:spLocks noGrp="1"/>
          </p:cNvSpPr>
          <p:nvPr>
            <p:ph type="chart" sz="quarter" idx="17"/>
          </p:nvPr>
        </p:nvSpPr>
        <p:spPr>
          <a:xfrm>
            <a:off x="4894632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4894632" y="4077947"/>
            <a:ext cx="4075160" cy="366012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 descr="Logo, company name&#10;&#10;Description automatically generated">
            <a:extLst>
              <a:ext uri="{FF2B5EF4-FFF2-40B4-BE49-F238E27FC236}">
                <a16:creationId xmlns:a16="http://schemas.microsoft.com/office/drawing/2014/main" id="{73A342ED-0ADB-45A1-B898-E911F41350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888"/>
            <a:ext cx="9144000" cy="4011168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283EBDC1-C9A1-43BF-96FA-C85ED82BE56A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083918"/>
            <a:ext cx="4075160" cy="3672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252000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5" name="Diagrammplatzhalter 9"/>
          <p:cNvSpPr>
            <a:spLocks noGrp="1"/>
          </p:cNvSpPr>
          <p:nvPr>
            <p:ph type="chart" sz="quarter" idx="17"/>
          </p:nvPr>
        </p:nvSpPr>
        <p:spPr>
          <a:xfrm>
            <a:off x="4894632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4894632" y="4077946"/>
            <a:ext cx="4075160" cy="3672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Picture 16" descr="Logo, company name&#10;&#10;Description automatically generated">
            <a:extLst>
              <a:ext uri="{FF2B5EF4-FFF2-40B4-BE49-F238E27FC236}">
                <a16:creationId xmlns:a16="http://schemas.microsoft.com/office/drawing/2014/main" id="{79D26646-FC13-49FE-9A3E-440B12A5CA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70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6CF4AA7C-A2C7-43B9-BADB-965E652C3269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083919"/>
            <a:ext cx="4075160" cy="366012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252000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4894262" y="1277938"/>
            <a:ext cx="4076937" cy="3171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661F6F93-BC40-4991-97BB-41993D8C34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27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gram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888"/>
            <a:ext cx="9144000" cy="4011168"/>
          </a:xfrm>
          <a:prstGeom prst="rect">
            <a:avLst/>
          </a:prstGeom>
        </p:spPr>
      </p:pic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2000" y="572400"/>
            <a:ext cx="72180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2000" y="334800"/>
            <a:ext cx="7218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2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1BD5A5C5-EB86-4BE3-AB0F-5284AE5DCE79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4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252000" y="4083919"/>
            <a:ext cx="4075160" cy="366012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9"/>
          <p:cNvSpPr>
            <a:spLocks noGrp="1"/>
          </p:cNvSpPr>
          <p:nvPr>
            <p:ph type="chart" sz="quarter" idx="16"/>
          </p:nvPr>
        </p:nvSpPr>
        <p:spPr>
          <a:xfrm>
            <a:off x="252000" y="1278000"/>
            <a:ext cx="4075160" cy="273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4894262" y="1277938"/>
            <a:ext cx="4076937" cy="317199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D9B1F2AF-212F-4808-8F97-8B8FF079E0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877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pe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354" y="0"/>
            <a:ext cx="4570646" cy="51435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800" y="1131888"/>
            <a:ext cx="3721495" cy="3096000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6482D15F-7EE7-490B-ADFD-DF5ED38339EF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40752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40752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251520" y="1635647"/>
            <a:ext cx="4075160" cy="2736304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360363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250825" y="1131888"/>
            <a:ext cx="4075113" cy="3672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5294307" y="1332302"/>
            <a:ext cx="3301480" cy="15819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957FA617-C1A3-42E2-A154-8EEAC12553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733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peech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216" y="1131888"/>
            <a:ext cx="3691380" cy="3094794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5A6F894B-178C-4F18-BBF8-2098814A7EA8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40752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40752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251520" y="1635647"/>
            <a:ext cx="4075160" cy="2736304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7"/>
          </p:nvPr>
        </p:nvSpPr>
        <p:spPr>
          <a:xfrm>
            <a:off x="250825" y="1131888"/>
            <a:ext cx="4075113" cy="3672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5294307" y="1332302"/>
            <a:ext cx="3301480" cy="15819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078B578A-F4B9-4CD4-9DA7-40CFE16505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41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ech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00" y="1131247"/>
            <a:ext cx="3864577" cy="3240000"/>
          </a:xfrm>
          <a:prstGeom prst="rect">
            <a:avLst/>
          </a:prstGeom>
          <a:effectLst>
            <a:outerShdw blurRad="50800" dist="1905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Datumsplatzhalter 3"/>
          <p:cNvSpPr>
            <a:spLocks noGrp="1"/>
          </p:cNvSpPr>
          <p:nvPr>
            <p:ph type="dt" sz="half" idx="2"/>
          </p:nvPr>
        </p:nvSpPr>
        <p:spPr>
          <a:xfrm>
            <a:off x="50712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D498DC06-E661-4C10-A05C-7D06EBE0E8FB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205520" y="4860000"/>
            <a:ext cx="31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25152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251520" y="572400"/>
            <a:ext cx="4075200" cy="223200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300" b="0" cap="all" baseline="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251520" y="334800"/>
            <a:ext cx="40752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23" name="Textplatzhalter 6"/>
          <p:cNvSpPr>
            <a:spLocks noGrp="1"/>
          </p:cNvSpPr>
          <p:nvPr>
            <p:ph type="body" sz="quarter" idx="18"/>
          </p:nvPr>
        </p:nvSpPr>
        <p:spPr>
          <a:xfrm>
            <a:off x="528096" y="1402643"/>
            <a:ext cx="3456383" cy="16561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9"/>
          </p:nvPr>
        </p:nvSpPr>
        <p:spPr>
          <a:xfrm>
            <a:off x="4932040" y="1131888"/>
            <a:ext cx="4039159" cy="32393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299017D5-FFDD-423B-958E-47398ABF1C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8" y="69117"/>
            <a:ext cx="801562" cy="6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093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5EEE-513C-49E4-AFAE-D96467C76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5994-F269-455B-A1F8-A97FFEDDB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E5FA9-1CDB-4E65-88BE-0F8DB18E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5165-2E7F-4969-9F4E-AC802004DF21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BDF4B-36EA-44D9-B31C-0A15838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BEEF1-26B9-42AE-BD37-4016218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47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24.11.2021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089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516256" y="1971094"/>
            <a:ext cx="2111489" cy="342900"/>
          </a:xfrm>
          <a:noFill/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  <a:defRPr sz="24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9" name="Untertitel 2"/>
          <p:cNvSpPr>
            <a:spLocks noGrp="1"/>
          </p:cNvSpPr>
          <p:nvPr>
            <p:ph type="subTitle" idx="1"/>
          </p:nvPr>
        </p:nvSpPr>
        <p:spPr>
          <a:xfrm>
            <a:off x="3161376" y="2345293"/>
            <a:ext cx="2821248" cy="342000"/>
          </a:xfrm>
        </p:spPr>
        <p:txBody>
          <a:bodyPr anchor="ctr">
            <a:normAutofit/>
          </a:bodyPr>
          <a:lstStyle>
            <a:lvl1pPr marL="0" indent="0" algn="l"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subtitle style</a:t>
            </a:r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00" y="4276800"/>
            <a:ext cx="1879200" cy="644422"/>
          </a:xfrm>
          <a:prstGeom prst="rect">
            <a:avLst/>
          </a:prstGeom>
          <a:effectLst>
            <a:outerShdw blurRad="38100" dist="12700" dir="3600000" algn="ctr" rotWithShape="0">
              <a:srgbClr val="000000">
                <a:alpha val="60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6EE9238-0511-42FC-B753-D37E870DCDC9}"/>
              </a:ext>
            </a:extLst>
          </p:cNvPr>
          <p:cNvSpPr/>
          <p:nvPr/>
        </p:nvSpPr>
        <p:spPr>
          <a:xfrm>
            <a:off x="288000" y="4599010"/>
            <a:ext cx="1512168" cy="4464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D9341E04-100E-47C3-8DA9-048B73CDA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07" y="4291569"/>
            <a:ext cx="801562" cy="61488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8CC905B-6725-4AD9-84BE-E3A811E845BC}"/>
              </a:ext>
            </a:extLst>
          </p:cNvPr>
          <p:cNvGrpSpPr/>
          <p:nvPr/>
        </p:nvGrpSpPr>
        <p:grpSpPr>
          <a:xfrm>
            <a:off x="-7200" y="4276800"/>
            <a:ext cx="1879200" cy="644422"/>
            <a:chOff x="-7200" y="4276800"/>
            <a:chExt cx="1879200" cy="6444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780C939-6333-414A-9A72-20B58B5C9C2D}"/>
                </a:ext>
              </a:extLst>
            </p:cNvPr>
            <p:cNvGrpSpPr/>
            <p:nvPr/>
          </p:nvGrpSpPr>
          <p:grpSpPr>
            <a:xfrm>
              <a:off x="-7200" y="4276800"/>
              <a:ext cx="1879200" cy="644422"/>
              <a:chOff x="-7200" y="4276800"/>
              <a:chExt cx="1879200" cy="644422"/>
            </a:xfrm>
          </p:grpSpPr>
          <p:pic>
            <p:nvPicPr>
              <p:cNvPr id="15" name="Grafik 11">
                <a:extLst>
                  <a:ext uri="{FF2B5EF4-FFF2-40B4-BE49-F238E27FC236}">
                    <a16:creationId xmlns:a16="http://schemas.microsoft.com/office/drawing/2014/main" id="{3E07A7C2-EEAA-4302-BD4B-7E548A5A3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200" y="4276800"/>
                <a:ext cx="1879200" cy="644422"/>
              </a:xfrm>
              <a:prstGeom prst="rect">
                <a:avLst/>
              </a:prstGeom>
              <a:effectLst>
                <a:outerShdw blurRad="38100" dist="12700" dir="3600000" algn="ctr" rotWithShape="0">
                  <a:srgbClr val="000000">
                    <a:alpha val="60000"/>
                  </a:srgbClr>
                </a:outerShdw>
              </a:effectLst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CA4706F-B47B-48C4-8DCD-458C2868FB2D}"/>
                  </a:ext>
                </a:extLst>
              </p:cNvPr>
              <p:cNvSpPr/>
              <p:nvPr/>
            </p:nvSpPr>
            <p:spPr>
              <a:xfrm>
                <a:off x="107504" y="4357516"/>
                <a:ext cx="1512168" cy="4464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pic>
          <p:nvPicPr>
            <p:cNvPr id="14" name="Picture 13" descr="Logo, company name&#10;&#10;Description automatically generated">
              <a:extLst>
                <a:ext uri="{FF2B5EF4-FFF2-40B4-BE49-F238E27FC236}">
                  <a16:creationId xmlns:a16="http://schemas.microsoft.com/office/drawing/2014/main" id="{589DA19B-5054-4131-A615-A2DA59401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7" y="4291569"/>
              <a:ext cx="801562" cy="61488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2E7DA6-1422-4A50-8645-C4E81EB8AC44}"/>
              </a:ext>
            </a:extLst>
          </p:cNvPr>
          <p:cNvGrpSpPr/>
          <p:nvPr/>
        </p:nvGrpSpPr>
        <p:grpSpPr>
          <a:xfrm>
            <a:off x="3411451" y="4201665"/>
            <a:ext cx="2311067" cy="783213"/>
            <a:chOff x="3865143" y="4148269"/>
            <a:chExt cx="2311067" cy="783213"/>
          </a:xfrm>
        </p:grpSpPr>
        <p:sp>
          <p:nvSpPr>
            <p:cNvPr id="17" name="Untertitel 2">
              <a:extLst>
                <a:ext uri="{FF2B5EF4-FFF2-40B4-BE49-F238E27FC236}">
                  <a16:creationId xmlns:a16="http://schemas.microsoft.com/office/drawing/2014/main" id="{ED7C4DF5-5C11-4C58-8253-72B39BBF6AD8}"/>
                </a:ext>
              </a:extLst>
            </p:cNvPr>
            <p:cNvSpPr txBox="1">
              <a:spLocks/>
            </p:cNvSpPr>
            <p:nvPr/>
          </p:nvSpPr>
          <p:spPr>
            <a:xfrm>
              <a:off x="3924008" y="4148269"/>
              <a:ext cx="2252202" cy="22324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55000" lnSpcReduction="20000"/>
            </a:bodyPr>
            <a:lstStyle>
              <a:lvl1pPr marL="0" indent="0" algn="l" defTabSz="914400" rtl="0" eaLnBrk="1" latinLnBrk="0" hangingPunct="1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Wingdings" pitchFamily="2" charset="2"/>
                <a:buNone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spcBef>
                  <a:spcPts val="0"/>
                </a:spcBef>
                <a:spcAft>
                  <a:spcPts val="600"/>
                </a:spcAft>
                <a:buClr>
                  <a:schemeClr val="accent1"/>
                </a:buClr>
                <a:buFont typeface="Arial" pitchFamily="34" charset="0"/>
                <a:buNone/>
                <a:defRPr sz="1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dirty="0">
                  <a:solidFill>
                    <a:srgbClr val="27166F"/>
                  </a:solidFill>
                </a:rPr>
                <a:t>Happy to resolve any queries @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8ACD9F-B956-4F44-BEAE-96450A58ACD8}"/>
                </a:ext>
              </a:extLst>
            </p:cNvPr>
            <p:cNvGrpSpPr/>
            <p:nvPr/>
          </p:nvGrpSpPr>
          <p:grpSpPr>
            <a:xfrm>
              <a:off x="3865143" y="4408884"/>
              <a:ext cx="107699" cy="522598"/>
              <a:chOff x="3683559" y="4324683"/>
              <a:chExt cx="107699" cy="522598"/>
            </a:xfrm>
          </p:grpSpPr>
          <p:pic>
            <p:nvPicPr>
              <p:cNvPr id="18" name="Graphic 17" descr="Employee badge with solid fill">
                <a:extLst>
                  <a:ext uri="{FF2B5EF4-FFF2-40B4-BE49-F238E27FC236}">
                    <a16:creationId xmlns:a16="http://schemas.microsoft.com/office/drawing/2014/main" id="{B87A0FEE-C12F-418E-BD03-D1812FE69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83559" y="4324683"/>
                <a:ext cx="97668" cy="97668"/>
              </a:xfrm>
              <a:prstGeom prst="rect">
                <a:avLst/>
              </a:prstGeom>
            </p:spPr>
          </p:pic>
          <p:pic>
            <p:nvPicPr>
              <p:cNvPr id="5" name="Graphic 4" descr="Envelope with solid fill">
                <a:extLst>
                  <a:ext uri="{FF2B5EF4-FFF2-40B4-BE49-F238E27FC236}">
                    <a16:creationId xmlns:a16="http://schemas.microsoft.com/office/drawing/2014/main" id="{CABDCF24-F6BD-4602-9F11-D17309FAA0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93590" y="4749613"/>
                <a:ext cx="97668" cy="97668"/>
              </a:xfrm>
              <a:prstGeom prst="rect">
                <a:avLst/>
              </a:prstGeom>
            </p:spPr>
          </p:pic>
          <p:pic>
            <p:nvPicPr>
              <p:cNvPr id="3" name="Graphic 2" descr="Telephone with solid fill">
                <a:extLst>
                  <a:ext uri="{FF2B5EF4-FFF2-40B4-BE49-F238E27FC236}">
                    <a16:creationId xmlns:a16="http://schemas.microsoft.com/office/drawing/2014/main" id="{43CA60FE-D5EF-4D1B-A697-8BD47DEF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90696" y="4539702"/>
                <a:ext cx="97668" cy="97668"/>
              </a:xfrm>
              <a:prstGeom prst="rect">
                <a:avLst/>
              </a:prstGeom>
            </p:spPr>
          </p:pic>
        </p:grpSp>
      </p:grpSp>
      <p:sp>
        <p:nvSpPr>
          <p:cNvPr id="28" name="Textplatzhalter 3">
            <a:extLst>
              <a:ext uri="{FF2B5EF4-FFF2-40B4-BE49-F238E27FC236}">
                <a16:creationId xmlns:a16="http://schemas.microsoft.com/office/drawing/2014/main" id="{1D8C681E-A8E2-4533-89E1-8D144D34D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0" y="2727674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platzhalter 3">
            <a:extLst>
              <a:ext uri="{FF2B5EF4-FFF2-40B4-BE49-F238E27FC236}">
                <a16:creationId xmlns:a16="http://schemas.microsoft.com/office/drawing/2014/main" id="{9EB0061E-534B-4387-974E-6F00EF2420B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516256" y="4385520"/>
            <a:ext cx="2632953" cy="174677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B3E5C649-FFBB-4FE7-A305-2957478FDDF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525623" y="4600290"/>
            <a:ext cx="2632953" cy="174677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Email</a:t>
            </a:r>
          </a:p>
        </p:txBody>
      </p:sp>
      <p:sp>
        <p:nvSpPr>
          <p:cNvPr id="31" name="Textplatzhalter 3">
            <a:extLst>
              <a:ext uri="{FF2B5EF4-FFF2-40B4-BE49-F238E27FC236}">
                <a16:creationId xmlns:a16="http://schemas.microsoft.com/office/drawing/2014/main" id="{4DE34B7C-D290-40BF-998A-17639396024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3525624" y="4805071"/>
            <a:ext cx="2632953" cy="174677"/>
          </a:xfrm>
        </p:spPr>
        <p:txBody>
          <a:bodyPr>
            <a:noAutofit/>
          </a:bodyPr>
          <a:lstStyle>
            <a:lvl1pPr marL="0" indent="0">
              <a:buNone/>
              <a:defRPr sz="9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8309994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D8B67-43CE-4F81-A8A4-D111462F2333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15977-A686-4856-9560-C961E7451F5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202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C052C-A300-4D3C-AF75-58399DD7ACFA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087D61-51A1-4196-97F2-F2E47617BD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29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435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435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0D0F0-4BE5-4F0D-A6B3-F7739F0E04A7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86775-5BE2-4A7E-8262-73F901338F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367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44462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338" y="1200151"/>
            <a:ext cx="4044462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92B6A-34AB-47DF-8BD1-30F940FB2CCB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C2FE1-10F7-411B-ACAE-D1A7C4F4B0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4550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066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066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270" y="1151335"/>
            <a:ext cx="40415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270" y="1631156"/>
            <a:ext cx="40415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ED80F-2112-47AE-B86D-2FBD0F7F3EC9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66A46-E818-43C2-AA62-951E6EFF2A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98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48A5C-90BA-43D1-88FE-365808D47F29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9AB21-5F15-4330-B45B-B7C516B015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042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F6246E-AB0B-450A-A2F7-3319DB344B93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04FD7-3B37-4A93-A625-4662C53D4A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088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4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38" y="204788"/>
            <a:ext cx="5111262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6"/>
            <a:ext cx="30084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6A3A8-6C3E-4AA5-A2AC-A918F240454F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1C615-F85E-4C16-9774-93C6EA0B21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0237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166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166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CD98D-868D-4439-9BCF-915A53E4D3C9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488F7-5B73-4410-92BD-A0C4E0A8C2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130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D1248-1F8A-4B53-B88F-6553806AE2D6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8059A-FB82-49EA-A23F-4A40A7F21C7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490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31523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7B9DC-DBEA-43D4-B31D-1C6D8E4FE23B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EEFB4-2596-42F8-85B5-D17D67BB24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9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58000" y="950400"/>
            <a:ext cx="8334000" cy="36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95600" y="4860000"/>
            <a:ext cx="756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fld id="{F1D8F32F-D2BA-4619-9F02-03AA1A489489}" type="datetime1">
              <a:rPr lang="en-US" smtClean="0"/>
              <a:t>6/3/2026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494000" y="4860000"/>
            <a:ext cx="3600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Titelplatzhalter 1"/>
          <p:cNvSpPr>
            <a:spLocks noGrp="1"/>
          </p:cNvSpPr>
          <p:nvPr>
            <p:ph type="title"/>
          </p:nvPr>
        </p:nvSpPr>
        <p:spPr>
          <a:xfrm>
            <a:off x="558000" y="334800"/>
            <a:ext cx="6084000" cy="223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de-DE" noProof="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>
          <a:xfrm>
            <a:off x="540000" y="4860000"/>
            <a:ext cx="432000" cy="10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0574D0F8-7AD5-474C-823C-51608A57D6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403BE-CB81-6FFD-FF4D-544FDD9578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067937" y="63500"/>
            <a:ext cx="1036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58249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7" r:id="rId2"/>
    <p:sldLayoutId id="2147483668" r:id="rId3"/>
    <p:sldLayoutId id="2147483700" r:id="rId4"/>
    <p:sldLayoutId id="2147483703" r:id="rId5"/>
    <p:sldLayoutId id="2147483704" r:id="rId6"/>
    <p:sldLayoutId id="2147483705" r:id="rId7"/>
    <p:sldLayoutId id="2147483685" r:id="rId8"/>
    <p:sldLayoutId id="2147483688" r:id="rId9"/>
    <p:sldLayoutId id="2147483691" r:id="rId10"/>
    <p:sldLayoutId id="2147483689" r:id="rId11"/>
    <p:sldLayoutId id="2147483690" r:id="rId12"/>
    <p:sldLayoutId id="2147483701" r:id="rId13"/>
    <p:sldLayoutId id="2147483692" r:id="rId14"/>
    <p:sldLayoutId id="2147483693" r:id="rId15"/>
    <p:sldLayoutId id="2147483694" r:id="rId16"/>
    <p:sldLayoutId id="2147483695" r:id="rId17"/>
    <p:sldLayoutId id="2147483697" r:id="rId18"/>
    <p:sldLayoutId id="2147483696" r:id="rId19"/>
    <p:sldLayoutId id="2147483698" r:id="rId20"/>
    <p:sldLayoutId id="2147483706" r:id="rId21"/>
    <p:sldLayoutId id="2147483707" r:id="rId22"/>
    <p:sldLayoutId id="2147483708" r:id="rId2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6213" indent="-17621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7800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7800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FCDEC4-B520-424F-B44C-98DA3D6BF6D5}" type="datetimeFigureOut">
              <a:rPr lang="en-US"/>
              <a:pPr>
                <a:defRPr/>
              </a:pPr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4EA4F65-A5FC-4556-989E-E58B474BC0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2E4CF-5D3C-D979-F171-9DC89D8AB9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067937" y="63500"/>
            <a:ext cx="10366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50442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3.sv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D363-5981-7144-B500-BAB8995B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9E5AD425-411B-303D-8115-F893DA747B4C}"/>
              </a:ext>
            </a:extLst>
          </p:cNvPr>
          <p:cNvSpPr/>
          <p:nvPr/>
        </p:nvSpPr>
        <p:spPr>
          <a:xfrm>
            <a:off x="4029303" y="1533341"/>
            <a:ext cx="2317373" cy="10674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endParaRPr lang="en-IN" sz="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508A770-0C68-2FC9-4D09-386FE213BDA2}"/>
              </a:ext>
            </a:extLst>
          </p:cNvPr>
          <p:cNvSpPr/>
          <p:nvPr/>
        </p:nvSpPr>
        <p:spPr>
          <a:xfrm>
            <a:off x="2085237" y="2667001"/>
            <a:ext cx="1929198" cy="6346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endParaRPr lang="en-IN" sz="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6A6B63-35E7-87D5-1AB6-FB4855A37B89}"/>
              </a:ext>
            </a:extLst>
          </p:cNvPr>
          <p:cNvSpPr/>
          <p:nvPr/>
        </p:nvSpPr>
        <p:spPr>
          <a:xfrm>
            <a:off x="2090339" y="3367651"/>
            <a:ext cx="4256337" cy="5185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endParaRPr lang="en-IN" sz="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03DA53-EDA4-01A0-FDA4-F08B4D94F0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4DDF0E-323E-DD3E-40D2-572984D4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Smartgate+</a:t>
            </a:r>
            <a:endParaRPr lang="en-IN" dirty="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8FE66F0-C239-341D-D705-E504FE3A0A6C}"/>
              </a:ext>
            </a:extLst>
          </p:cNvPr>
          <p:cNvGrpSpPr/>
          <p:nvPr/>
        </p:nvGrpSpPr>
        <p:grpSpPr>
          <a:xfrm>
            <a:off x="3762979" y="3940067"/>
            <a:ext cx="2619632" cy="423121"/>
            <a:chOff x="2291022" y="4594270"/>
            <a:chExt cx="2619632" cy="42312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C7ED226-9F42-D448-B92D-76812BF8F09C}"/>
                </a:ext>
              </a:extLst>
            </p:cNvPr>
            <p:cNvSpPr/>
            <p:nvPr/>
          </p:nvSpPr>
          <p:spPr>
            <a:xfrm>
              <a:off x="2336734" y="4597543"/>
              <a:ext cx="2537985" cy="419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504D"/>
                </a:buClr>
              </a:pPr>
              <a:endParaRPr lang="en-IN" sz="9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0CEB09-AD32-4BE6-E76F-5C3D39CB1D14}"/>
                </a:ext>
              </a:extLst>
            </p:cNvPr>
            <p:cNvSpPr txBox="1"/>
            <p:nvPr/>
          </p:nvSpPr>
          <p:spPr>
            <a:xfrm>
              <a:off x="2291022" y="4594270"/>
              <a:ext cx="819456" cy="209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685800"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504D"/>
                </a:buClr>
              </a:pPr>
              <a:r>
                <a:rPr lang="en-IN" sz="675" dirty="0">
                  <a:solidFill>
                    <a:prstClr val="black"/>
                  </a:solidFill>
                  <a:latin typeface="Arial" charset="0"/>
                </a:rPr>
                <a:t>Production Units</a:t>
              </a:r>
            </a:p>
          </p:txBody>
        </p:sp>
        <p:pic>
          <p:nvPicPr>
            <p:cNvPr id="16" name="Picture 85" descr="S7-300.JPG">
              <a:extLst>
                <a:ext uri="{FF2B5EF4-FFF2-40B4-BE49-F238E27FC236}">
                  <a16:creationId xmlns:a16="http://schemas.microsoft.com/office/drawing/2014/main" id="{A2956622-F78E-2550-A761-2D90C57B0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632126" y="4702985"/>
              <a:ext cx="453398" cy="231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4A48670-4FBD-6904-9E0F-7F808AECA2E3}"/>
                </a:ext>
              </a:extLst>
            </p:cNvPr>
            <p:cNvSpPr txBox="1"/>
            <p:nvPr/>
          </p:nvSpPr>
          <p:spPr>
            <a:xfrm>
              <a:off x="4085524" y="4678131"/>
              <a:ext cx="825130" cy="339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504D"/>
                </a:buClr>
              </a:pPr>
              <a:r>
                <a:rPr lang="en-US" sz="675" dirty="0">
                  <a:solidFill>
                    <a:prstClr val="black"/>
                  </a:solidFill>
                  <a:latin typeface="Arial" charset="0"/>
                </a:rPr>
                <a:t>PLC with </a:t>
              </a:r>
              <a:br>
                <a:rPr lang="en-US" sz="675" dirty="0">
                  <a:solidFill>
                    <a:prstClr val="black"/>
                  </a:solidFill>
                  <a:latin typeface="Arial" charset="0"/>
                </a:rPr>
              </a:br>
              <a:r>
                <a:rPr lang="en-US" sz="675" dirty="0">
                  <a:solidFill>
                    <a:prstClr val="black"/>
                  </a:solidFill>
                  <a:latin typeface="Arial" charset="0"/>
                </a:rPr>
                <a:t>O</a:t>
              </a:r>
              <a:r>
                <a:rPr lang="en-IN" sz="675" dirty="0">
                  <a:solidFill>
                    <a:prstClr val="black"/>
                  </a:solidFill>
                  <a:latin typeface="Arial" charset="0"/>
                </a:rPr>
                <a:t>PC UA Server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50FF0C0-1E75-1C29-3606-CA8782E45704}"/>
              </a:ext>
            </a:extLst>
          </p:cNvPr>
          <p:cNvSpPr/>
          <p:nvPr/>
        </p:nvSpPr>
        <p:spPr>
          <a:xfrm>
            <a:off x="2328124" y="2877915"/>
            <a:ext cx="1518025" cy="325175"/>
          </a:xfrm>
          <a:prstGeom prst="rect">
            <a:avLst/>
          </a:prstGeom>
          <a:solidFill>
            <a:srgbClr val="ADDAF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900" dirty="0">
                <a:solidFill>
                  <a:prstClr val="black"/>
                </a:solidFill>
                <a:latin typeface="Calibri"/>
              </a:rPr>
              <a:t>Data Processing Services</a:t>
            </a:r>
            <a:br>
              <a:rPr lang="en-IN" sz="900" dirty="0">
                <a:solidFill>
                  <a:prstClr val="black"/>
                </a:solidFill>
                <a:latin typeface="Calibri"/>
              </a:rPr>
            </a:br>
            <a:r>
              <a:rPr lang="en-IN" sz="900" dirty="0">
                <a:solidFill>
                  <a:prstClr val="black"/>
                </a:solidFill>
                <a:latin typeface="Calibri"/>
              </a:rPr>
              <a:t>.NET </a:t>
            </a:r>
            <a:r>
              <a:rPr lang="en-IN" sz="6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547C80-8302-F4CA-D9DD-F726C7B71CB7}"/>
              </a:ext>
            </a:extLst>
          </p:cNvPr>
          <p:cNvSpPr/>
          <p:nvPr/>
        </p:nvSpPr>
        <p:spPr>
          <a:xfrm>
            <a:off x="4789739" y="1859818"/>
            <a:ext cx="833773" cy="370429"/>
          </a:xfrm>
          <a:prstGeom prst="rect">
            <a:avLst/>
          </a:prstGeom>
          <a:solidFill>
            <a:srgbClr val="ADDAF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900" dirty="0">
                <a:solidFill>
                  <a:prstClr val="black"/>
                </a:solidFill>
                <a:latin typeface="Calibri"/>
              </a:rPr>
              <a:t>UI</a:t>
            </a:r>
            <a:br>
              <a:rPr lang="en-IN" sz="900" dirty="0">
                <a:solidFill>
                  <a:prstClr val="black"/>
                </a:solidFill>
                <a:latin typeface="Calibri"/>
              </a:rPr>
            </a:br>
            <a:r>
              <a:rPr lang="en-IN" sz="900" dirty="0">
                <a:solidFill>
                  <a:prstClr val="black"/>
                </a:solidFill>
                <a:latin typeface="Calibri"/>
              </a:rPr>
              <a:t>React JS</a:t>
            </a:r>
            <a:r>
              <a:rPr lang="en-IN" sz="600" dirty="0">
                <a:solidFill>
                  <a:prstClr val="black"/>
                </a:solidFill>
                <a:latin typeface="Calibri"/>
              </a:rPr>
              <a:t> 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908EF1-20B4-0C8E-05D6-D4DE51429FE7}"/>
              </a:ext>
            </a:extLst>
          </p:cNvPr>
          <p:cNvSpPr/>
          <p:nvPr/>
        </p:nvSpPr>
        <p:spPr>
          <a:xfrm>
            <a:off x="3036125" y="3451229"/>
            <a:ext cx="2740202" cy="341620"/>
          </a:xfrm>
          <a:prstGeom prst="rect">
            <a:avLst/>
          </a:prstGeom>
          <a:solidFill>
            <a:srgbClr val="ADDAF9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900" dirty="0">
                <a:solidFill>
                  <a:prstClr val="black"/>
                </a:solidFill>
                <a:latin typeface="Calibri"/>
              </a:rPr>
              <a:t>Data Logger</a:t>
            </a:r>
          </a:p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900" dirty="0">
                <a:solidFill>
                  <a:prstClr val="black"/>
                </a:solidFill>
                <a:latin typeface="Calibri"/>
              </a:rPr>
              <a:t>OPC UA Client (.NET)</a:t>
            </a:r>
            <a:r>
              <a:rPr lang="en-IN" sz="600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pic>
        <p:nvPicPr>
          <p:cNvPr id="49" name="Graphic 48" descr="Document">
            <a:extLst>
              <a:ext uri="{FF2B5EF4-FFF2-40B4-BE49-F238E27FC236}">
                <a16:creationId xmlns:a16="http://schemas.microsoft.com/office/drawing/2014/main" id="{87B6EF1A-CCE7-5BDD-D58B-0E7F729079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8721" y="3519390"/>
            <a:ext cx="228910" cy="22891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A0C18FA8-C105-B747-CB2F-AC7E1E525365}"/>
              </a:ext>
            </a:extLst>
          </p:cNvPr>
          <p:cNvSpPr txBox="1"/>
          <p:nvPr/>
        </p:nvSpPr>
        <p:spPr>
          <a:xfrm>
            <a:off x="2265030" y="170588"/>
            <a:ext cx="598031" cy="20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AWS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65" name="Line 5">
            <a:extLst>
              <a:ext uri="{FF2B5EF4-FFF2-40B4-BE49-F238E27FC236}">
                <a16:creationId xmlns:a16="http://schemas.microsoft.com/office/drawing/2014/main" id="{69B8239C-1F54-1D41-CF65-A3FD0F83BE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8200" y="-17512"/>
            <a:ext cx="322410" cy="915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  <a:headEnd type="triangle"/>
            <a:tailEnd/>
          </a:ln>
        </p:spPr>
        <p:txBody>
          <a:bodyPr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endParaRPr lang="en-US" sz="9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E01BB5-5E5D-8E82-1E85-94A87A8A5D08}"/>
              </a:ext>
            </a:extLst>
          </p:cNvPr>
          <p:cNvSpPr txBox="1"/>
          <p:nvPr/>
        </p:nvSpPr>
        <p:spPr>
          <a:xfrm>
            <a:off x="1967488" y="3347601"/>
            <a:ext cx="998731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b="1" dirty="0">
                <a:solidFill>
                  <a:prstClr val="black"/>
                </a:solidFill>
                <a:latin typeface="Arial" charset="0"/>
              </a:rPr>
              <a:t>Data Acquisition layer</a:t>
            </a:r>
            <a:endParaRPr lang="en-IN" sz="675" b="1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1617EF-C9FE-6F86-DA6D-6FA5F931AD7A}"/>
              </a:ext>
            </a:extLst>
          </p:cNvPr>
          <p:cNvSpPr txBox="1"/>
          <p:nvPr/>
        </p:nvSpPr>
        <p:spPr>
          <a:xfrm>
            <a:off x="1945397" y="2651182"/>
            <a:ext cx="1250926" cy="20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b="1" dirty="0">
                <a:solidFill>
                  <a:prstClr val="black"/>
                </a:solidFill>
                <a:latin typeface="Arial" charset="0"/>
              </a:rPr>
              <a:t>Data Processing layer</a:t>
            </a:r>
            <a:endParaRPr lang="en-IN" sz="675" b="1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021694-B19F-7939-1579-10E18D3FA924}"/>
              </a:ext>
            </a:extLst>
          </p:cNvPr>
          <p:cNvSpPr txBox="1"/>
          <p:nvPr/>
        </p:nvSpPr>
        <p:spPr>
          <a:xfrm>
            <a:off x="4019570" y="1525907"/>
            <a:ext cx="961941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b="1" dirty="0">
                <a:solidFill>
                  <a:prstClr val="black"/>
                </a:solidFill>
                <a:latin typeface="Arial" charset="0"/>
              </a:rPr>
              <a:t>Visualization Layer</a:t>
            </a:r>
          </a:p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b="1" dirty="0">
                <a:solidFill>
                  <a:prstClr val="black"/>
                </a:solidFill>
                <a:latin typeface="Arial" charset="0"/>
              </a:rPr>
              <a:t>Web Hosting</a:t>
            </a:r>
            <a:endParaRPr lang="en-IN" sz="675" b="1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10" name="Graphic 9" descr="Document">
            <a:extLst>
              <a:ext uri="{FF2B5EF4-FFF2-40B4-BE49-F238E27FC236}">
                <a16:creationId xmlns:a16="http://schemas.microsoft.com/office/drawing/2014/main" id="{4B132412-9A7E-8252-2C60-ECC1C8538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423" y="3515676"/>
            <a:ext cx="228910" cy="228910"/>
          </a:xfrm>
          <a:prstGeom prst="rect">
            <a:avLst/>
          </a:prstGeom>
        </p:spPr>
      </p:pic>
      <p:pic>
        <p:nvPicPr>
          <p:cNvPr id="11" name="Graphic 10" descr="Document">
            <a:extLst>
              <a:ext uri="{FF2B5EF4-FFF2-40B4-BE49-F238E27FC236}">
                <a16:creationId xmlns:a16="http://schemas.microsoft.com/office/drawing/2014/main" id="{B61BDD7B-2B58-01B9-7F24-0682A6915C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1511" y="3515676"/>
            <a:ext cx="228910" cy="22891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95E859-C1E7-B655-9F3F-7D53682C1606}"/>
              </a:ext>
            </a:extLst>
          </p:cNvPr>
          <p:cNvCxnSpPr/>
          <p:nvPr/>
        </p:nvCxnSpPr>
        <p:spPr>
          <a:xfrm>
            <a:off x="4681848" y="3656656"/>
            <a:ext cx="321965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C1E4C52-6A7B-9FBA-97A6-D0B8AC3191D4}"/>
              </a:ext>
            </a:extLst>
          </p:cNvPr>
          <p:cNvSpPr/>
          <p:nvPr/>
        </p:nvSpPr>
        <p:spPr>
          <a:xfrm>
            <a:off x="4029303" y="2664111"/>
            <a:ext cx="2317373" cy="6346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endParaRPr lang="en-IN" sz="9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Can 72">
            <a:extLst>
              <a:ext uri="{FF2B5EF4-FFF2-40B4-BE49-F238E27FC236}">
                <a16:creationId xmlns:a16="http://schemas.microsoft.com/office/drawing/2014/main" id="{1FE1A5C5-B8D5-F178-FDFC-39B70E2C33EA}"/>
              </a:ext>
            </a:extLst>
          </p:cNvPr>
          <p:cNvSpPr/>
          <p:nvPr/>
        </p:nvSpPr>
        <p:spPr>
          <a:xfrm>
            <a:off x="4293772" y="2790937"/>
            <a:ext cx="571500" cy="342900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defRPr/>
            </a:pPr>
            <a:r>
              <a:rPr lang="en-US" sz="750" b="1" dirty="0">
                <a:solidFill>
                  <a:prstClr val="black"/>
                </a:solidFill>
                <a:latin typeface="Calibri"/>
              </a:rPr>
              <a:t>Database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B7B3A5E-B483-58BB-43D6-AE42BEA94460}"/>
              </a:ext>
            </a:extLst>
          </p:cNvPr>
          <p:cNvGrpSpPr/>
          <p:nvPr/>
        </p:nvGrpSpPr>
        <p:grpSpPr>
          <a:xfrm>
            <a:off x="4984814" y="2823176"/>
            <a:ext cx="1041530" cy="259200"/>
            <a:chOff x="2794491" y="2148685"/>
            <a:chExt cx="1041530" cy="2592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0215C8B-5595-3D58-EAD2-BF39F0CDC273}"/>
                </a:ext>
              </a:extLst>
            </p:cNvPr>
            <p:cNvSpPr/>
            <p:nvPr/>
          </p:nvSpPr>
          <p:spPr>
            <a:xfrm>
              <a:off x="2794491" y="2148685"/>
              <a:ext cx="1041530" cy="259200"/>
            </a:xfrm>
            <a:prstGeom prst="rect">
              <a:avLst/>
            </a:prstGeom>
            <a:solidFill>
              <a:srgbClr val="ADDAF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defTabSz="685800" fontAlgn="base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0504D"/>
                </a:buClr>
              </a:pPr>
              <a:endParaRPr lang="en-IN" sz="600" dirty="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57" name="Graphic 56" descr="Document">
              <a:extLst>
                <a:ext uri="{FF2B5EF4-FFF2-40B4-BE49-F238E27FC236}">
                  <a16:creationId xmlns:a16="http://schemas.microsoft.com/office/drawing/2014/main" id="{08D74E6D-C634-F532-B122-9FEECC831D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33050" y="2162665"/>
              <a:ext cx="228910" cy="228910"/>
            </a:xfrm>
            <a:prstGeom prst="rect">
              <a:avLst/>
            </a:prstGeom>
          </p:spPr>
        </p:pic>
        <p:pic>
          <p:nvPicPr>
            <p:cNvPr id="59" name="Graphic 58" descr="Document">
              <a:extLst>
                <a:ext uri="{FF2B5EF4-FFF2-40B4-BE49-F238E27FC236}">
                  <a16:creationId xmlns:a16="http://schemas.microsoft.com/office/drawing/2014/main" id="{A8A7C582-0B17-5D68-96B2-1BA8BD0497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07752" y="2158951"/>
              <a:ext cx="228910" cy="228910"/>
            </a:xfrm>
            <a:prstGeom prst="rect">
              <a:avLst/>
            </a:prstGeom>
          </p:spPr>
        </p:pic>
        <p:pic>
          <p:nvPicPr>
            <p:cNvPr id="61" name="Graphic 60" descr="Document">
              <a:extLst>
                <a:ext uri="{FF2B5EF4-FFF2-40B4-BE49-F238E27FC236}">
                  <a16:creationId xmlns:a16="http://schemas.microsoft.com/office/drawing/2014/main" id="{7FE719AF-09BF-BA6B-1473-178804930D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05840" y="2158951"/>
              <a:ext cx="228910" cy="228910"/>
            </a:xfrm>
            <a:prstGeom prst="rect">
              <a:avLst/>
            </a:prstGeom>
          </p:spPr>
        </p:pic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646267F-283E-0C19-F7D1-F0A6FE01615E}"/>
                </a:ext>
              </a:extLst>
            </p:cNvPr>
            <p:cNvCxnSpPr/>
            <p:nvPr/>
          </p:nvCxnSpPr>
          <p:spPr>
            <a:xfrm>
              <a:off x="3206177" y="2299931"/>
              <a:ext cx="321965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B6039B01-8235-9508-86FC-084F0E33B777}"/>
              </a:ext>
            </a:extLst>
          </p:cNvPr>
          <p:cNvSpPr/>
          <p:nvPr/>
        </p:nvSpPr>
        <p:spPr>
          <a:xfrm>
            <a:off x="3941395" y="2910727"/>
            <a:ext cx="168071" cy="16888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3F68760C-C3B8-DA6E-53F4-3F63262AE556}"/>
              </a:ext>
            </a:extLst>
          </p:cNvPr>
          <p:cNvSpPr/>
          <p:nvPr/>
        </p:nvSpPr>
        <p:spPr>
          <a:xfrm rot="16200000">
            <a:off x="3127094" y="3233946"/>
            <a:ext cx="168071" cy="16888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DC7833B1-A3EF-E28E-C44E-F94819CBAC2C}"/>
              </a:ext>
            </a:extLst>
          </p:cNvPr>
          <p:cNvSpPr/>
          <p:nvPr/>
        </p:nvSpPr>
        <p:spPr>
          <a:xfrm rot="16200000">
            <a:off x="5126386" y="2538306"/>
            <a:ext cx="168071" cy="16888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9A0EC372-640D-973E-4F7C-B73D2CC04CEB}"/>
              </a:ext>
            </a:extLst>
          </p:cNvPr>
          <p:cNvSpPr/>
          <p:nvPr/>
        </p:nvSpPr>
        <p:spPr>
          <a:xfrm rot="16200000">
            <a:off x="4897476" y="3808629"/>
            <a:ext cx="168071" cy="16888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0382DE8-F4A2-B1DA-1E77-F7D5908E6E67}"/>
              </a:ext>
            </a:extLst>
          </p:cNvPr>
          <p:cNvSpPr/>
          <p:nvPr/>
        </p:nvSpPr>
        <p:spPr>
          <a:xfrm>
            <a:off x="4789738" y="2212920"/>
            <a:ext cx="833773" cy="242883"/>
          </a:xfrm>
          <a:prstGeom prst="rect">
            <a:avLst/>
          </a:prstGeom>
          <a:solidFill>
            <a:srgbClr val="ADDAF9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900" dirty="0">
                <a:solidFill>
                  <a:prstClr val="black"/>
                </a:solidFill>
                <a:latin typeface="Calibri"/>
              </a:rPr>
              <a:t>A</a:t>
            </a:r>
            <a:r>
              <a:rPr lang="en-IN" sz="900" dirty="0">
                <a:solidFill>
                  <a:prstClr val="black"/>
                </a:solidFill>
                <a:latin typeface="Calibri"/>
              </a:rPr>
              <a:t>PI – .NET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5447F7-B7DB-912C-875F-E39298FCB734}"/>
              </a:ext>
            </a:extLst>
          </p:cNvPr>
          <p:cNvSpPr txBox="1"/>
          <p:nvPr/>
        </p:nvSpPr>
        <p:spPr>
          <a:xfrm>
            <a:off x="5125981" y="3107230"/>
            <a:ext cx="825130" cy="20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Flat file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59EF9EF-9D9F-FAE6-A14B-AA94377001EE}"/>
              </a:ext>
            </a:extLst>
          </p:cNvPr>
          <p:cNvSpPr txBox="1"/>
          <p:nvPr/>
        </p:nvSpPr>
        <p:spPr>
          <a:xfrm>
            <a:off x="4006619" y="3116686"/>
            <a:ext cx="1284406" cy="20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MS SQL/PostgreSQL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67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E9DF86-0FA4-4FC1-AF69-ACA310A19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cap="none" dirty="0"/>
              <a:t>ARCHITECTURE - Data Logger</a:t>
            </a:r>
            <a:endParaRPr lang="en-IN" cap="none" dirty="0"/>
          </a:p>
        </p:txBody>
      </p:sp>
      <p:pic>
        <p:nvPicPr>
          <p:cNvPr id="10" name="Picture 84" descr="S7-300.JPG">
            <a:extLst>
              <a:ext uri="{FF2B5EF4-FFF2-40B4-BE49-F238E27FC236}">
                <a16:creationId xmlns:a16="http://schemas.microsoft.com/office/drawing/2014/main" id="{14FFB65D-F769-4751-B508-8F0E6D1C672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568" y="3075578"/>
            <a:ext cx="570541" cy="291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EE4400-50AD-4115-973F-10D26DBC5801}"/>
              </a:ext>
            </a:extLst>
          </p:cNvPr>
          <p:cNvSpPr/>
          <p:nvPr/>
        </p:nvSpPr>
        <p:spPr>
          <a:xfrm>
            <a:off x="266568" y="2632439"/>
            <a:ext cx="1296559" cy="2763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[OPC Server]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8B4530-E4D4-41EC-B2B7-C015660E38CC}"/>
              </a:ext>
            </a:extLst>
          </p:cNvPr>
          <p:cNvSpPr/>
          <p:nvPr/>
        </p:nvSpPr>
        <p:spPr>
          <a:xfrm>
            <a:off x="1954785" y="2632439"/>
            <a:ext cx="4624583" cy="2321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[Data Logger]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C675D8-4981-4DE1-B297-91D6E481C94E}"/>
              </a:ext>
            </a:extLst>
          </p:cNvPr>
          <p:cNvSpPr txBox="1"/>
          <p:nvPr/>
        </p:nvSpPr>
        <p:spPr>
          <a:xfrm>
            <a:off x="6648988" y="1545695"/>
            <a:ext cx="1145238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Configuration in XML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C17ABBA-CBE9-45F0-87D8-683B32089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862" y="1093832"/>
            <a:ext cx="3744762" cy="1277283"/>
          </a:xfrm>
          <a:prstGeom prst="rect">
            <a:avLst/>
          </a:prstGeom>
        </p:spPr>
      </p:pic>
      <p:sp>
        <p:nvSpPr>
          <p:cNvPr id="28" name="Left Brace 27">
            <a:extLst>
              <a:ext uri="{FF2B5EF4-FFF2-40B4-BE49-F238E27FC236}">
                <a16:creationId xmlns:a16="http://schemas.microsoft.com/office/drawing/2014/main" id="{F1BE33E7-3DFB-465A-AEE9-A62E9C8DB03A}"/>
              </a:ext>
            </a:extLst>
          </p:cNvPr>
          <p:cNvSpPr/>
          <p:nvPr/>
        </p:nvSpPr>
        <p:spPr>
          <a:xfrm rot="10800000">
            <a:off x="6222226" y="1041578"/>
            <a:ext cx="430920" cy="12435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A52CD5-0C75-4BAF-A169-AF903FA2CA22}"/>
              </a:ext>
            </a:extLst>
          </p:cNvPr>
          <p:cNvSpPr txBox="1"/>
          <p:nvPr/>
        </p:nvSpPr>
        <p:spPr>
          <a:xfrm>
            <a:off x="2268356" y="2949319"/>
            <a:ext cx="672208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OTRCuring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A8DAD1-10FC-48F8-AE75-05B966156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011" y="2932285"/>
            <a:ext cx="230945" cy="20941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D0753E-81BA-4298-96E2-5095532C25EB}"/>
              </a:ext>
            </a:extLst>
          </p:cNvPr>
          <p:cNvSpPr txBox="1"/>
          <p:nvPr/>
        </p:nvSpPr>
        <p:spPr>
          <a:xfrm>
            <a:off x="2420756" y="3157376"/>
            <a:ext cx="647506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SAC_04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6ACF9DA-1D11-4B7E-BA50-2C46C0855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411" y="3148293"/>
            <a:ext cx="230945" cy="20941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2ECBA25-7A5C-49EB-9598-C03FB4ABED16}"/>
              </a:ext>
            </a:extLst>
          </p:cNvPr>
          <p:cNvSpPr txBox="1"/>
          <p:nvPr/>
        </p:nvSpPr>
        <p:spPr>
          <a:xfrm>
            <a:off x="2604460" y="3341134"/>
            <a:ext cx="647506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675" dirty="0">
                <a:solidFill>
                  <a:prstClr val="black"/>
                </a:solidFill>
                <a:latin typeface="Arial" charset="0"/>
              </a:rPr>
              <a:t>04Feb21B</a:t>
            </a:r>
          </a:p>
        </p:txBody>
      </p:sp>
      <p:pic>
        <p:nvPicPr>
          <p:cNvPr id="37" name="Graphic 36" descr="Document">
            <a:extLst>
              <a:ext uri="{FF2B5EF4-FFF2-40B4-BE49-F238E27FC236}">
                <a16:creationId xmlns:a16="http://schemas.microsoft.com/office/drawing/2014/main" id="{05CEE73A-57EB-4C62-BE38-B89A74F2F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03" y="3375875"/>
            <a:ext cx="143353" cy="14335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312359C-59D2-4B89-9D66-1558DB4C9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356" y="3621263"/>
            <a:ext cx="4204458" cy="1244937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B3AB285-1CE8-4883-9E0B-DEDF37F34665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551839" y="2895676"/>
            <a:ext cx="0" cy="179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E49245CA-E6B0-4956-ADB2-2AAEDA0ABFE0}"/>
              </a:ext>
            </a:extLst>
          </p:cNvPr>
          <p:cNvSpPr/>
          <p:nvPr/>
        </p:nvSpPr>
        <p:spPr>
          <a:xfrm>
            <a:off x="1594473" y="2667018"/>
            <a:ext cx="316198" cy="224875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BDCC55DC-7910-42F1-BF3A-349080AC9991}"/>
              </a:ext>
            </a:extLst>
          </p:cNvPr>
          <p:cNvSpPr/>
          <p:nvPr/>
        </p:nvSpPr>
        <p:spPr>
          <a:xfrm rot="5400000">
            <a:off x="4160890" y="2251731"/>
            <a:ext cx="316198" cy="224875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A09997-6940-4E4F-AEBE-8CCAC72E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Smartgate+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229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E9DF86-0FA4-4FC1-AF69-ACA310A19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cap="none" dirty="0"/>
              <a:t>ARCHITECTURE - Data Processing Service</a:t>
            </a:r>
            <a:endParaRPr lang="en-IN" cap="non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8B4530-E4D4-41EC-B2B7-C015660E38CC}"/>
              </a:ext>
            </a:extLst>
          </p:cNvPr>
          <p:cNvSpPr/>
          <p:nvPr/>
        </p:nvSpPr>
        <p:spPr>
          <a:xfrm>
            <a:off x="917541" y="2421139"/>
            <a:ext cx="1548000" cy="4284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[Data Logger]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A52CD5-0C75-4BAF-A169-AF903FA2CA22}"/>
              </a:ext>
            </a:extLst>
          </p:cNvPr>
          <p:cNvSpPr txBox="1"/>
          <p:nvPr/>
        </p:nvSpPr>
        <p:spPr>
          <a:xfrm>
            <a:off x="1272068" y="2899950"/>
            <a:ext cx="672208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OTRCuring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AA8DAD1-10FC-48F8-AE75-05B96615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23" y="2882916"/>
            <a:ext cx="230945" cy="20941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D0753E-81BA-4298-96E2-5095532C25EB}"/>
              </a:ext>
            </a:extLst>
          </p:cNvPr>
          <p:cNvSpPr txBox="1"/>
          <p:nvPr/>
        </p:nvSpPr>
        <p:spPr>
          <a:xfrm>
            <a:off x="1424468" y="3108007"/>
            <a:ext cx="647506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SAC_04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6ACF9DA-1D11-4B7E-BA50-2C46C0855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23" y="3098924"/>
            <a:ext cx="230945" cy="20941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2ECBA25-7A5C-49EB-9598-C03FB4ABED16}"/>
              </a:ext>
            </a:extLst>
          </p:cNvPr>
          <p:cNvSpPr txBox="1"/>
          <p:nvPr/>
        </p:nvSpPr>
        <p:spPr>
          <a:xfrm>
            <a:off x="1608172" y="3291765"/>
            <a:ext cx="647506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IN" sz="675" dirty="0">
                <a:solidFill>
                  <a:prstClr val="black"/>
                </a:solidFill>
                <a:latin typeface="Arial" charset="0"/>
              </a:rPr>
              <a:t>04Feb21B</a:t>
            </a:r>
          </a:p>
        </p:txBody>
      </p:sp>
      <p:pic>
        <p:nvPicPr>
          <p:cNvPr id="37" name="Graphic 36" descr="Document">
            <a:extLst>
              <a:ext uri="{FF2B5EF4-FFF2-40B4-BE49-F238E27FC236}">
                <a16:creationId xmlns:a16="http://schemas.microsoft.com/office/drawing/2014/main" id="{05CEE73A-57EB-4C62-BE38-B89A74F2F6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9915" y="3326506"/>
            <a:ext cx="143353" cy="14335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312359C-59D2-4B89-9D66-1558DB4C92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1" y="3554109"/>
            <a:ext cx="3006434" cy="89020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A77E618-C403-47A2-AC90-70790FD423E9}"/>
              </a:ext>
            </a:extLst>
          </p:cNvPr>
          <p:cNvSpPr/>
          <p:nvPr/>
        </p:nvSpPr>
        <p:spPr>
          <a:xfrm>
            <a:off x="4772896" y="2476482"/>
            <a:ext cx="1424610" cy="4064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[Data Processor]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9CD7C4D-CD66-411F-AFD2-45F6CF6E5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895" y="2883274"/>
            <a:ext cx="1430997" cy="738432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59" name="Can 72">
            <a:extLst>
              <a:ext uri="{FF2B5EF4-FFF2-40B4-BE49-F238E27FC236}">
                <a16:creationId xmlns:a16="http://schemas.microsoft.com/office/drawing/2014/main" id="{B5D31262-9A93-4E6B-954A-86F066FAB3DE}"/>
              </a:ext>
            </a:extLst>
          </p:cNvPr>
          <p:cNvSpPr/>
          <p:nvPr/>
        </p:nvSpPr>
        <p:spPr>
          <a:xfrm>
            <a:off x="7510469" y="2472046"/>
            <a:ext cx="715990" cy="406433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defRPr/>
            </a:pPr>
            <a:r>
              <a:rPr lang="en-US" sz="750" b="1" dirty="0">
                <a:solidFill>
                  <a:prstClr val="black"/>
                </a:solidFill>
                <a:latin typeface="Calibri"/>
              </a:rPr>
              <a:t>Information</a:t>
            </a: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BDCC55DC-7910-42F1-BF3A-349080AC9991}"/>
              </a:ext>
            </a:extLst>
          </p:cNvPr>
          <p:cNvSpPr/>
          <p:nvPr/>
        </p:nvSpPr>
        <p:spPr>
          <a:xfrm>
            <a:off x="2516427" y="2535209"/>
            <a:ext cx="2256469" cy="280109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0" name="Graphic 69" descr="Document">
            <a:extLst>
              <a:ext uri="{FF2B5EF4-FFF2-40B4-BE49-F238E27FC236}">
                <a16:creationId xmlns:a16="http://schemas.microsoft.com/office/drawing/2014/main" id="{B938BD59-3033-49D6-8E17-8A4D6EF56C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6459" y="2471147"/>
            <a:ext cx="328430" cy="328430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72D74560-5A99-443A-AC78-310648AC1D81}"/>
              </a:ext>
            </a:extLst>
          </p:cNvPr>
          <p:cNvSpPr/>
          <p:nvPr/>
        </p:nvSpPr>
        <p:spPr>
          <a:xfrm>
            <a:off x="6225625" y="2533223"/>
            <a:ext cx="1244375" cy="316363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F09AD53-049B-406E-B51F-98F1475D8155}"/>
              </a:ext>
            </a:extLst>
          </p:cNvPr>
          <p:cNvSpPr/>
          <p:nvPr/>
        </p:nvSpPr>
        <p:spPr>
          <a:xfrm rot="5400000">
            <a:off x="5183107" y="2018878"/>
            <a:ext cx="583681" cy="295859"/>
          </a:xfrm>
          <a:prstGeom prst="rightArrow">
            <a:avLst/>
          </a:prstGeom>
          <a:solidFill>
            <a:schemeClr val="accent1">
              <a:lumMod val="60000"/>
              <a:lumOff val="4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Can 72">
            <a:extLst>
              <a:ext uri="{FF2B5EF4-FFF2-40B4-BE49-F238E27FC236}">
                <a16:creationId xmlns:a16="http://schemas.microsoft.com/office/drawing/2014/main" id="{E21DDB11-003D-4692-8219-63B60FDBD270}"/>
              </a:ext>
            </a:extLst>
          </p:cNvPr>
          <p:cNvSpPr/>
          <p:nvPr/>
        </p:nvSpPr>
        <p:spPr>
          <a:xfrm>
            <a:off x="5506521" y="1396150"/>
            <a:ext cx="564694" cy="406433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defRPr/>
            </a:pPr>
            <a:r>
              <a:rPr lang="en-US" sz="750" b="1" dirty="0">
                <a:solidFill>
                  <a:prstClr val="black"/>
                </a:solidFill>
                <a:latin typeface="Calibri"/>
              </a:rPr>
              <a:t>Logic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EA62B7-9ACB-4569-81E5-0993E2541E6C}"/>
              </a:ext>
            </a:extLst>
          </p:cNvPr>
          <p:cNvSpPr txBox="1"/>
          <p:nvPr/>
        </p:nvSpPr>
        <p:spPr>
          <a:xfrm>
            <a:off x="1328995" y="4480665"/>
            <a:ext cx="917585" cy="2094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</a:pPr>
            <a:r>
              <a:rPr lang="en-US" sz="675" dirty="0">
                <a:solidFill>
                  <a:prstClr val="black"/>
                </a:solidFill>
                <a:latin typeface="Arial" charset="0"/>
              </a:rPr>
              <a:t>Raw Data</a:t>
            </a:r>
            <a:endParaRPr lang="en-IN" sz="675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FF20C6-7416-4306-9AD9-F42F11153CF4}"/>
              </a:ext>
            </a:extLst>
          </p:cNvPr>
          <p:cNvSpPr txBox="1"/>
          <p:nvPr/>
        </p:nvSpPr>
        <p:spPr>
          <a:xfrm>
            <a:off x="6098511" y="1373191"/>
            <a:ext cx="1827378" cy="5946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Parameter condition</a:t>
            </a:r>
          </a:p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Downtime detection </a:t>
            </a:r>
          </a:p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Cycle time Identification</a:t>
            </a:r>
            <a:endParaRPr lang="en-IN" sz="9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4" name="Can 72">
            <a:extLst>
              <a:ext uri="{FF2B5EF4-FFF2-40B4-BE49-F238E27FC236}">
                <a16:creationId xmlns:a16="http://schemas.microsoft.com/office/drawing/2014/main" id="{7BD55886-FE1A-4909-AAA1-13FB25CE7957}"/>
              </a:ext>
            </a:extLst>
          </p:cNvPr>
          <p:cNvSpPr/>
          <p:nvPr/>
        </p:nvSpPr>
        <p:spPr>
          <a:xfrm>
            <a:off x="4840055" y="1412070"/>
            <a:ext cx="564694" cy="406433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defRPr/>
            </a:pPr>
            <a:r>
              <a:rPr lang="en-US" sz="750" b="1" dirty="0">
                <a:solidFill>
                  <a:prstClr val="black"/>
                </a:solidFill>
                <a:latin typeface="Calibri"/>
              </a:rPr>
              <a:t>Master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42FA86-3D28-42F9-8030-3D41C294A18C}"/>
              </a:ext>
            </a:extLst>
          </p:cNvPr>
          <p:cNvSpPr txBox="1"/>
          <p:nvPr/>
        </p:nvSpPr>
        <p:spPr>
          <a:xfrm>
            <a:off x="3167454" y="1293698"/>
            <a:ext cx="1622794" cy="767774"/>
          </a:xfrm>
          <a:prstGeom prst="rect">
            <a:avLst/>
          </a:prstGeom>
          <a:solidFill>
            <a:schemeClr val="bg1"/>
          </a:solidFill>
        </p:spPr>
        <p:txBody>
          <a:bodyPr vert="horz" wrap="square" rtlCol="0" anchor="t" anchorCtr="0">
            <a:spAutoFit/>
          </a:bodyPr>
          <a:lstStyle/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Item List</a:t>
            </a:r>
          </a:p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BOM with Cycle time</a:t>
            </a:r>
          </a:p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Plant, Area &amp; Equipment</a:t>
            </a:r>
          </a:p>
          <a:p>
            <a:pPr marL="171450" indent="-171450" defTabSz="6858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C0504D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prstClr val="black"/>
                </a:solidFill>
                <a:latin typeface="Arial" charset="0"/>
              </a:rPr>
              <a:t>Operator List</a:t>
            </a:r>
            <a:endParaRPr lang="en-IN" sz="900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BAABB7-5B53-47D4-9C99-F87D9142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Smartgate+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617863"/>
      </p:ext>
    </p:extLst>
  </p:cSld>
  <p:clrMapOvr>
    <a:masterClrMapping/>
  </p:clrMapOvr>
</p:sld>
</file>

<file path=ppt/theme/theme1.xml><?xml version="1.0" encoding="utf-8"?>
<a:theme xmlns:a="http://schemas.openxmlformats.org/drawingml/2006/main" name="SmartControlsIndiaLimited">
  <a:themeElements>
    <a:clrScheme name="Zeppelin GmbH">
      <a:dk1>
        <a:srgbClr val="575656"/>
      </a:dk1>
      <a:lt1>
        <a:srgbClr val="FFFFFF"/>
      </a:lt1>
      <a:dk2>
        <a:srgbClr val="575656"/>
      </a:dk2>
      <a:lt2>
        <a:srgbClr val="FFFFFF"/>
      </a:lt2>
      <a:accent1>
        <a:srgbClr val="27166F"/>
      </a:accent1>
      <a:accent2>
        <a:srgbClr val="4F8096"/>
      </a:accent2>
      <a:accent3>
        <a:srgbClr val="EACEA4"/>
      </a:accent3>
      <a:accent4>
        <a:srgbClr val="FBBA00"/>
      </a:accent4>
      <a:accent5>
        <a:srgbClr val="00A760"/>
      </a:accent5>
      <a:accent6>
        <a:srgbClr val="E7686A"/>
      </a:accent6>
      <a:hlink>
        <a:srgbClr val="94C11C"/>
      </a:hlink>
      <a:folHlink>
        <a:srgbClr val="C8D3D9"/>
      </a:folHlink>
    </a:clrScheme>
    <a:fontScheme name="Bau-und_Ladmaschinen_Stapl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artControlsIndiaLimited" id="{91B30566-F276-46CB-8700-E57C959E0DD6}" vid="{81A10B9A-992E-45CA-A6D4-AFA5B782B57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SmartControls_CorporateTheme</Template>
  <TotalTime>37295</TotalTime>
  <Words>120</Words>
  <Application>Microsoft Office PowerPoint</Application>
  <PresentationFormat>On-screen Show (16:9)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Wingdings</vt:lpstr>
      <vt:lpstr>SmartControlsIndiaLimited</vt:lpstr>
      <vt:lpstr>1_Custom Design</vt:lpstr>
      <vt:lpstr>Smartgate+</vt:lpstr>
      <vt:lpstr>Smartgate+</vt:lpstr>
      <vt:lpstr>Smartgate+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Goyal</dc:creator>
  <cp:lastModifiedBy>Goyal Sanjay (Smart Controls)</cp:lastModifiedBy>
  <cp:revision>6</cp:revision>
  <dcterms:created xsi:type="dcterms:W3CDTF">2022-03-11T09:38:50Z</dcterms:created>
  <dcterms:modified xsi:type="dcterms:W3CDTF">2026-06-04T05:37:35Z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9a201e-2387-47a9-b4a3-a6bdc4a09bb6_Enabled">
    <vt:lpwstr>true</vt:lpwstr>
  </property>
  <property fmtid="{D5CDD505-2E9C-101B-9397-08002B2CF9AE}" pid="3" name="MSIP_Label_ba9a201e-2387-47a9-b4a3-a6bdc4a09bb6_SetDate">
    <vt:lpwstr>2026-03-31T07:50:07Z</vt:lpwstr>
  </property>
  <property fmtid="{D5CDD505-2E9C-101B-9397-08002B2CF9AE}" pid="4" name="MSIP_Label_ba9a201e-2387-47a9-b4a3-a6bdc4a09bb6_Method">
    <vt:lpwstr>Standard</vt:lpwstr>
  </property>
  <property fmtid="{D5CDD505-2E9C-101B-9397-08002B2CF9AE}" pid="5" name="MSIP_Label_ba9a201e-2387-47a9-b4a3-a6bdc4a09bb6_Name">
    <vt:lpwstr>GREEN Universal</vt:lpwstr>
  </property>
  <property fmtid="{D5CDD505-2E9C-101B-9397-08002B2CF9AE}" pid="6" name="MSIP_Label_ba9a201e-2387-47a9-b4a3-a6bdc4a09bb6_SiteId">
    <vt:lpwstr>0250981a-1133-49e1-ba8e-3b02b77bfa04</vt:lpwstr>
  </property>
  <property fmtid="{D5CDD505-2E9C-101B-9397-08002B2CF9AE}" pid="7" name="MSIP_Label_ba9a201e-2387-47a9-b4a3-a6bdc4a09bb6_ActionId">
    <vt:lpwstr>4b6fdbeb-72f6-4990-a620-c1aabad2bc82</vt:lpwstr>
  </property>
  <property fmtid="{D5CDD505-2E9C-101B-9397-08002B2CF9AE}" pid="8" name="MSIP_Label_ba9a201e-2387-47a9-b4a3-a6bdc4a09bb6_ContentBits">
    <vt:lpwstr>1</vt:lpwstr>
  </property>
  <property fmtid="{D5CDD505-2E9C-101B-9397-08002B2CF9AE}" pid="9" name="MSIP_Label_ba9a201e-2387-47a9-b4a3-a6bdc4a09bb6_Tag">
    <vt:lpwstr>10, 3, 0, 1</vt:lpwstr>
  </property>
  <property fmtid="{D5CDD505-2E9C-101B-9397-08002B2CF9AE}" pid="10" name="ClassificationContentMarkingHeaderLocations">
    <vt:lpwstr>SmartControlsIndiaLimited:7\1_Custom Design:3</vt:lpwstr>
  </property>
  <property fmtid="{D5CDD505-2E9C-101B-9397-08002B2CF9AE}" pid="11" name="ClassificationContentMarkingHeaderText">
    <vt:lpwstr>Confidential GREEN</vt:lpwstr>
  </property>
</Properties>
</file>