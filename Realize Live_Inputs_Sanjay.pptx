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</p:sldMasterIdLst>
  <p:notesMasterIdLst>
    <p:notesMasterId r:id="rId12"/>
  </p:notesMasterIdLst>
  <p:sldIdLst>
    <p:sldId id="2141" r:id="rId5"/>
    <p:sldId id="2147375751" r:id="rId6"/>
    <p:sldId id="2147375756" r:id="rId7"/>
    <p:sldId id="2147375767" r:id="rId8"/>
    <p:sldId id="2147375768" r:id="rId9"/>
    <p:sldId id="2147375759" r:id="rId10"/>
    <p:sldId id="214737576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51C59D-9A4B-40AE-855C-F9CDC0347A64}">
          <p14:sldIdLst>
            <p14:sldId id="2141"/>
            <p14:sldId id="2147375751"/>
            <p14:sldId id="2147375756"/>
            <p14:sldId id="2147375767"/>
            <p14:sldId id="2147375768"/>
            <p14:sldId id="2147375759"/>
            <p14:sldId id="21473757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66F"/>
    <a:srgbClr val="000000"/>
    <a:srgbClr val="00A760"/>
    <a:srgbClr val="EACEA4"/>
    <a:srgbClr val="DDDDDD"/>
    <a:srgbClr val="060606"/>
    <a:srgbClr val="FBBA00"/>
    <a:srgbClr val="4F7F94"/>
    <a:srgbClr val="7D5D00"/>
    <a:srgbClr val="4F80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604430-B8CB-41E6-9E97-FDCB6BDD16BA}" v="181" dt="2026-06-04T08:57:33.982"/>
    <p1510:client id="{E42449F6-9DA7-4F7B-BCF1-A65643ED66DD}" v="1" dt="2026-06-05T06:38:03.390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1" d="100"/>
        <a:sy n="101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t Lalit (Smart Controls)" userId="33c5b8c8-be44-4c51-9381-ac021e8ec81c" providerId="ADAL" clId="{99A4E82D-F5C0-473C-9C5D-E97D01FE2015}"/>
    <pc:docChg chg="undo custSel addSld delSld modSld sldOrd modSection">
      <pc:chgData name="Pant Lalit (Smart Controls)" userId="33c5b8c8-be44-4c51-9381-ac021e8ec81c" providerId="ADAL" clId="{99A4E82D-F5C0-473C-9C5D-E97D01FE2015}" dt="2026-06-05T06:40:47.956" v="5533" actId="20577"/>
      <pc:docMkLst>
        <pc:docMk/>
      </pc:docMkLst>
      <pc:sldChg chg="addSp delSp modSp mod">
        <pc:chgData name="Pant Lalit (Smart Controls)" userId="33c5b8c8-be44-4c51-9381-ac021e8ec81c" providerId="ADAL" clId="{99A4E82D-F5C0-473C-9C5D-E97D01FE2015}" dt="2026-06-04T08:46:14.390" v="4981" actId="5793"/>
        <pc:sldMkLst>
          <pc:docMk/>
          <pc:sldMk cId="563962253" sldId="2141"/>
        </pc:sldMkLst>
        <pc:spChg chg="mod">
          <ac:chgData name="Pant Lalit (Smart Controls)" userId="33c5b8c8-be44-4c51-9381-ac021e8ec81c" providerId="ADAL" clId="{99A4E82D-F5C0-473C-9C5D-E97D01FE2015}" dt="2026-06-03T08:25:59.271" v="3307" actId="313"/>
          <ac:spMkLst>
            <pc:docMk/>
            <pc:sldMk cId="563962253" sldId="2141"/>
            <ac:spMk id="6" creationId="{4E62D757-5DD6-4A0B-8974-024D5657CC40}"/>
          </ac:spMkLst>
        </pc:spChg>
        <pc:spChg chg="mod">
          <ac:chgData name="Pant Lalit (Smart Controls)" userId="33c5b8c8-be44-4c51-9381-ac021e8ec81c" providerId="ADAL" clId="{99A4E82D-F5C0-473C-9C5D-E97D01FE2015}" dt="2026-06-04T08:46:14.390" v="4981" actId="5793"/>
          <ac:spMkLst>
            <pc:docMk/>
            <pc:sldMk cId="563962253" sldId="2141"/>
            <ac:spMk id="10" creationId="{A5470B40-E4D8-1B30-F7C0-BC697D17DF65}"/>
          </ac:spMkLst>
        </pc:spChg>
        <pc:picChg chg="add mod ord">
          <ac:chgData name="Pant Lalit (Smart Controls)" userId="33c5b8c8-be44-4c51-9381-ac021e8ec81c" providerId="ADAL" clId="{99A4E82D-F5C0-473C-9C5D-E97D01FE2015}" dt="2026-06-03T08:25:20.308" v="3232" actId="931"/>
          <ac:picMkLst>
            <pc:docMk/>
            <pc:sldMk cId="563962253" sldId="2141"/>
            <ac:picMk id="4" creationId="{EDCD9259-E645-F464-2277-32EBBFC71D99}"/>
          </ac:picMkLst>
        </pc:picChg>
      </pc:sldChg>
      <pc:sldChg chg="addSp delSp modSp mod ord modClrScheme chgLayout">
        <pc:chgData name="Pant Lalit (Smart Controls)" userId="33c5b8c8-be44-4c51-9381-ac021e8ec81c" providerId="ADAL" clId="{99A4E82D-F5C0-473C-9C5D-E97D01FE2015}" dt="2026-06-04T08:48:07.485" v="5037" actId="20577"/>
        <pc:sldMkLst>
          <pc:docMk/>
          <pc:sldMk cId="3766952658" sldId="2147375751"/>
        </pc:sldMkLst>
        <pc:spChg chg="add del mod ord">
          <ac:chgData name="Pant Lalit (Smart Controls)" userId="33c5b8c8-be44-4c51-9381-ac021e8ec81c" providerId="ADAL" clId="{99A4E82D-F5C0-473C-9C5D-E97D01FE2015}" dt="2026-06-04T06:27:07.237" v="4600" actId="700"/>
          <ac:spMkLst>
            <pc:docMk/>
            <pc:sldMk cId="3766952658" sldId="2147375751"/>
            <ac:spMk id="2" creationId="{BCEB8803-C12A-9724-6F7E-107DB4DFE14F}"/>
          </ac:spMkLst>
        </pc:spChg>
        <pc:spChg chg="mod ord">
          <ac:chgData name="Pant Lalit (Smart Controls)" userId="33c5b8c8-be44-4c51-9381-ac021e8ec81c" providerId="ADAL" clId="{99A4E82D-F5C0-473C-9C5D-E97D01FE2015}" dt="2026-06-04T06:27:07.237" v="4600" actId="700"/>
          <ac:spMkLst>
            <pc:docMk/>
            <pc:sldMk cId="3766952658" sldId="2147375751"/>
            <ac:spMk id="3" creationId="{695729DF-FCFF-42FE-A85E-06B777D2A8C5}"/>
          </ac:spMkLst>
        </pc:spChg>
        <pc:spChg chg="add del mod ord">
          <ac:chgData name="Pant Lalit (Smart Controls)" userId="33c5b8c8-be44-4c51-9381-ac021e8ec81c" providerId="ADAL" clId="{99A4E82D-F5C0-473C-9C5D-E97D01FE2015}" dt="2026-06-04T06:26:25.495" v="4595"/>
          <ac:spMkLst>
            <pc:docMk/>
            <pc:sldMk cId="3766952658" sldId="2147375751"/>
            <ac:spMk id="4" creationId="{6023CD4C-901B-B761-5F32-E37668984B07}"/>
          </ac:spMkLst>
        </pc:spChg>
        <pc:spChg chg="add mod">
          <ac:chgData name="Pant Lalit (Smart Controls)" userId="33c5b8c8-be44-4c51-9381-ac021e8ec81c" providerId="ADAL" clId="{99A4E82D-F5C0-473C-9C5D-E97D01FE2015}" dt="2026-06-04T06:26:20.438" v="4592"/>
          <ac:spMkLst>
            <pc:docMk/>
            <pc:sldMk cId="3766952658" sldId="2147375751"/>
            <ac:spMk id="5" creationId="{1B6BEA9D-BEC7-3EE5-5E69-C02E418D7719}"/>
          </ac:spMkLst>
        </pc:spChg>
        <pc:spChg chg="add del mod">
          <ac:chgData name="Pant Lalit (Smart Controls)" userId="33c5b8c8-be44-4c51-9381-ac021e8ec81c" providerId="ADAL" clId="{99A4E82D-F5C0-473C-9C5D-E97D01FE2015}" dt="2026-06-04T06:26:52.028" v="4599" actId="478"/>
          <ac:spMkLst>
            <pc:docMk/>
            <pc:sldMk cId="3766952658" sldId="2147375751"/>
            <ac:spMk id="6" creationId="{9756872F-BD24-F4FB-CBA9-773A1BD8FA22}"/>
          </ac:spMkLst>
        </pc:spChg>
        <pc:spChg chg="add mod ord">
          <ac:chgData name="Pant Lalit (Smart Controls)" userId="33c5b8c8-be44-4c51-9381-ac021e8ec81c" providerId="ADAL" clId="{99A4E82D-F5C0-473C-9C5D-E97D01FE2015}" dt="2026-06-04T06:27:07.237" v="4600" actId="700"/>
          <ac:spMkLst>
            <pc:docMk/>
            <pc:sldMk cId="3766952658" sldId="2147375751"/>
            <ac:spMk id="7" creationId="{0E32CFDA-9B7F-E2E2-920A-4A4AC990ECA6}"/>
          </ac:spMkLst>
        </pc:spChg>
        <pc:spChg chg="add mod ord">
          <ac:chgData name="Pant Lalit (Smart Controls)" userId="33c5b8c8-be44-4c51-9381-ac021e8ec81c" providerId="ADAL" clId="{99A4E82D-F5C0-473C-9C5D-E97D01FE2015}" dt="2026-06-04T08:48:07.485" v="5037" actId="20577"/>
          <ac:spMkLst>
            <pc:docMk/>
            <pc:sldMk cId="3766952658" sldId="2147375751"/>
            <ac:spMk id="8" creationId="{B019ACA9-AF45-9253-C1D5-93EA97C2FF39}"/>
          </ac:spMkLst>
        </pc:spChg>
      </pc:sldChg>
      <pc:sldChg chg="delSp modSp add mod ord">
        <pc:chgData name="Pant Lalit (Smart Controls)" userId="33c5b8c8-be44-4c51-9381-ac021e8ec81c" providerId="ADAL" clId="{99A4E82D-F5C0-473C-9C5D-E97D01FE2015}" dt="2026-06-04T08:49:16.905" v="5088" actId="113"/>
        <pc:sldMkLst>
          <pc:docMk/>
          <pc:sldMk cId="2549797996" sldId="2147375756"/>
        </pc:sldMkLst>
        <pc:spChg chg="mod">
          <ac:chgData name="Pant Lalit (Smart Controls)" userId="33c5b8c8-be44-4c51-9381-ac021e8ec81c" providerId="ADAL" clId="{99A4E82D-F5C0-473C-9C5D-E97D01FE2015}" dt="2026-06-03T07:10:25.245" v="148" actId="20577"/>
          <ac:spMkLst>
            <pc:docMk/>
            <pc:sldMk cId="2549797996" sldId="2147375756"/>
            <ac:spMk id="3" creationId="{B545D7A7-6398-3762-8B69-0F0A1B5F0258}"/>
          </ac:spMkLst>
        </pc:spChg>
        <pc:spChg chg="mod">
          <ac:chgData name="Pant Lalit (Smart Controls)" userId="33c5b8c8-be44-4c51-9381-ac021e8ec81c" providerId="ADAL" clId="{99A4E82D-F5C0-473C-9C5D-E97D01FE2015}" dt="2026-06-04T08:49:16.905" v="5088" actId="113"/>
          <ac:spMkLst>
            <pc:docMk/>
            <pc:sldMk cId="2549797996" sldId="2147375756"/>
            <ac:spMk id="4" creationId="{40C722F6-F2F3-EBD6-6C47-4F2E006D93E7}"/>
          </ac:spMkLst>
        </pc:spChg>
      </pc:sldChg>
      <pc:sldChg chg="delSp 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3171396943" sldId="2147375757"/>
        </pc:sldMkLst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3895075779" sldId="2147375758"/>
        </pc:sldMkLst>
        <pc:spChg chg="mod">
          <ac:chgData name="Pant Lalit (Smart Controls)" userId="33c5b8c8-be44-4c51-9381-ac021e8ec81c" providerId="ADAL" clId="{99A4E82D-F5C0-473C-9C5D-E97D01FE2015}" dt="2026-06-04T08:54:08.226" v="5116" actId="113"/>
          <ac:spMkLst>
            <pc:docMk/>
            <pc:sldMk cId="3895075779" sldId="2147375758"/>
            <ac:spMk id="4" creationId="{95900317-1659-81B4-DD75-AD6FD904DD7D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40:47.956" v="5533" actId="20577"/>
        <pc:sldMkLst>
          <pc:docMk/>
          <pc:sldMk cId="2547956220" sldId="2147375759"/>
        </pc:sldMkLst>
        <pc:spChg chg="mod">
          <ac:chgData name="Pant Lalit (Smart Controls)" userId="33c5b8c8-be44-4c51-9381-ac021e8ec81c" providerId="ADAL" clId="{99A4E82D-F5C0-473C-9C5D-E97D01FE2015}" dt="2026-06-05T06:40:47.956" v="5533" actId="20577"/>
          <ac:spMkLst>
            <pc:docMk/>
            <pc:sldMk cId="2547956220" sldId="2147375759"/>
            <ac:spMk id="3" creationId="{343AA950-F307-CAE7-C67A-F6A5BAEED59A}"/>
          </ac:spMkLst>
        </pc:spChg>
        <pc:spChg chg="mod">
          <ac:chgData name="Pant Lalit (Smart Controls)" userId="33c5b8c8-be44-4c51-9381-ac021e8ec81c" providerId="ADAL" clId="{99A4E82D-F5C0-473C-9C5D-E97D01FE2015}" dt="2026-06-04T08:56:40.146" v="5229" actId="20577"/>
          <ac:spMkLst>
            <pc:docMk/>
            <pc:sldMk cId="2547956220" sldId="2147375759"/>
            <ac:spMk id="4" creationId="{0CB8661D-24A0-A2F1-8575-2D0B6CA87DA9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3.390" v="5514"/>
        <pc:sldMkLst>
          <pc:docMk/>
          <pc:sldMk cId="2149977581" sldId="2147375760"/>
        </pc:sldMkLst>
        <pc:spChg chg="mod">
          <ac:chgData name="Pant Lalit (Smart Controls)" userId="33c5b8c8-be44-4c51-9381-ac021e8ec81c" providerId="ADAL" clId="{99A4E82D-F5C0-473C-9C5D-E97D01FE2015}" dt="2026-06-04T08:53:57.252" v="5115" actId="113"/>
          <ac:spMkLst>
            <pc:docMk/>
            <pc:sldMk cId="2149977581" sldId="2147375760"/>
            <ac:spMk id="4" creationId="{F958D695-73D7-381E-1931-A18F707BA5C8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3606091774" sldId="2147375761"/>
        </pc:sldMkLst>
        <pc:spChg chg="mod">
          <ac:chgData name="Pant Lalit (Smart Controls)" userId="33c5b8c8-be44-4c51-9381-ac021e8ec81c" providerId="ADAL" clId="{99A4E82D-F5C0-473C-9C5D-E97D01FE2015}" dt="2026-06-04T08:54:55.564" v="5118" actId="20577"/>
          <ac:spMkLst>
            <pc:docMk/>
            <pc:sldMk cId="3606091774" sldId="2147375761"/>
            <ac:spMk id="4" creationId="{D7F6B5BB-A8E4-AF73-2BD9-7060FAE8F95B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2376088212" sldId="2147375762"/>
        </pc:sldMkLst>
        <pc:spChg chg="mod">
          <ac:chgData name="Pant Lalit (Smart Controls)" userId="33c5b8c8-be44-4c51-9381-ac021e8ec81c" providerId="ADAL" clId="{99A4E82D-F5C0-473C-9C5D-E97D01FE2015}" dt="2026-06-04T08:57:45.077" v="5244" actId="20577"/>
          <ac:spMkLst>
            <pc:docMk/>
            <pc:sldMk cId="2376088212" sldId="2147375762"/>
            <ac:spMk id="4" creationId="{78A4451C-E4E8-5C55-5457-95A3AF5F7968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3512695457" sldId="2147375763"/>
        </pc:sldMkLst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1001930397" sldId="2147375764"/>
        </pc:sldMkLst>
        <pc:spChg chg="mod">
          <ac:chgData name="Pant Lalit (Smart Controls)" userId="33c5b8c8-be44-4c51-9381-ac021e8ec81c" providerId="ADAL" clId="{99A4E82D-F5C0-473C-9C5D-E97D01FE2015}" dt="2026-06-04T08:59:23.352" v="5257" actId="113"/>
          <ac:spMkLst>
            <pc:docMk/>
            <pc:sldMk cId="1001930397" sldId="2147375764"/>
            <ac:spMk id="4" creationId="{4403369B-9641-0B04-9C96-E2782347534E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3484389055" sldId="2147375765"/>
        </pc:sldMkLst>
        <pc:spChg chg="mod">
          <ac:chgData name="Pant Lalit (Smart Controls)" userId="33c5b8c8-be44-4c51-9381-ac021e8ec81c" providerId="ADAL" clId="{99A4E82D-F5C0-473C-9C5D-E97D01FE2015}" dt="2026-06-04T09:01:40.811" v="5259" actId="20577"/>
          <ac:spMkLst>
            <pc:docMk/>
            <pc:sldMk cId="3484389055" sldId="2147375765"/>
            <ac:spMk id="4" creationId="{76B1C706-7AFC-AA06-F3B1-C3CA2D6B691A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2773306473" sldId="2147375766"/>
        </pc:sldMkLst>
        <pc:spChg chg="mod">
          <ac:chgData name="Pant Lalit (Smart Controls)" userId="33c5b8c8-be44-4c51-9381-ac021e8ec81c" providerId="ADAL" clId="{99A4E82D-F5C0-473C-9C5D-E97D01FE2015}" dt="2026-06-04T09:03:36.116" v="5333" actId="113"/>
          <ac:spMkLst>
            <pc:docMk/>
            <pc:sldMk cId="2773306473" sldId="2147375766"/>
            <ac:spMk id="4" creationId="{FF621A29-8758-F6F4-7004-8A1018F9B0A4}"/>
          </ac:spMkLst>
        </pc:spChg>
      </pc:sldChg>
      <pc:sldChg chg="modSp add mod">
        <pc:chgData name="Pant Lalit (Smart Controls)" userId="33c5b8c8-be44-4c51-9381-ac021e8ec81c" providerId="ADAL" clId="{99A4E82D-F5C0-473C-9C5D-E97D01FE2015}" dt="2026-06-05T06:40:41.486" v="5524" actId="20577"/>
        <pc:sldMkLst>
          <pc:docMk/>
          <pc:sldMk cId="2013256794" sldId="2147375767"/>
        </pc:sldMkLst>
        <pc:spChg chg="mod">
          <ac:chgData name="Pant Lalit (Smart Controls)" userId="33c5b8c8-be44-4c51-9381-ac021e8ec81c" providerId="ADAL" clId="{99A4E82D-F5C0-473C-9C5D-E97D01FE2015}" dt="2026-06-05T06:40:41.486" v="5524" actId="20577"/>
          <ac:spMkLst>
            <pc:docMk/>
            <pc:sldMk cId="2013256794" sldId="2147375767"/>
            <ac:spMk id="3" creationId="{A5A830EE-FAB4-F62B-7825-C37D8F01D60A}"/>
          </ac:spMkLst>
        </pc:spChg>
        <pc:spChg chg="mod">
          <ac:chgData name="Pant Lalit (Smart Controls)" userId="33c5b8c8-be44-4c51-9381-ac021e8ec81c" providerId="ADAL" clId="{99A4E82D-F5C0-473C-9C5D-E97D01FE2015}" dt="2026-06-05T06:36:04.874" v="5512" actId="27636"/>
          <ac:spMkLst>
            <pc:docMk/>
            <pc:sldMk cId="2013256794" sldId="2147375767"/>
            <ac:spMk id="4" creationId="{81F19275-E3C5-DDD3-3894-2CB65A75D415}"/>
          </ac:spMkLst>
        </pc:spChg>
      </pc:sldChg>
      <pc:sldChg chg="modSp add mod">
        <pc:chgData name="Pant Lalit (Smart Controls)" userId="33c5b8c8-be44-4c51-9381-ac021e8ec81c" providerId="ADAL" clId="{99A4E82D-F5C0-473C-9C5D-E97D01FE2015}" dt="2026-06-05T06:36:10.906" v="5513" actId="20577"/>
        <pc:sldMkLst>
          <pc:docMk/>
          <pc:sldMk cId="1878331881" sldId="2147375768"/>
        </pc:sldMkLst>
        <pc:spChg chg="mod">
          <ac:chgData name="Pant Lalit (Smart Controls)" userId="33c5b8c8-be44-4c51-9381-ac021e8ec81c" providerId="ADAL" clId="{99A4E82D-F5C0-473C-9C5D-E97D01FE2015}" dt="2026-06-04T06:04:10.532" v="3478" actId="20577"/>
          <ac:spMkLst>
            <pc:docMk/>
            <pc:sldMk cId="1878331881" sldId="2147375768"/>
            <ac:spMk id="2" creationId="{9658C61C-E152-CBF9-494A-5DCB0B4103CC}"/>
          </ac:spMkLst>
        </pc:spChg>
        <pc:spChg chg="mod">
          <ac:chgData name="Pant Lalit (Smart Controls)" userId="33c5b8c8-be44-4c51-9381-ac021e8ec81c" providerId="ADAL" clId="{99A4E82D-F5C0-473C-9C5D-E97D01FE2015}" dt="2026-06-05T06:36:10.906" v="5513" actId="20577"/>
          <ac:spMkLst>
            <pc:docMk/>
            <pc:sldMk cId="1878331881" sldId="2147375768"/>
            <ac:spMk id="4" creationId="{9453F80A-3BBB-4338-E28E-D52FEB79D167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988292169" sldId="2147375769"/>
        </pc:sldMkLst>
        <pc:spChg chg="mod">
          <ac:chgData name="Pant Lalit (Smart Controls)" userId="33c5b8c8-be44-4c51-9381-ac021e8ec81c" providerId="ADAL" clId="{99A4E82D-F5C0-473C-9C5D-E97D01FE2015}" dt="2026-06-04T06:04:46.573" v="3491" actId="20577"/>
          <ac:spMkLst>
            <pc:docMk/>
            <pc:sldMk cId="988292169" sldId="2147375769"/>
            <ac:spMk id="3" creationId="{174529AC-3842-CBDE-8B35-842AE0903039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75289400" sldId="2147375770"/>
        </pc:sldMkLst>
        <pc:spChg chg="mod">
          <ac:chgData name="Pant Lalit (Smart Controls)" userId="33c5b8c8-be44-4c51-9381-ac021e8ec81c" providerId="ADAL" clId="{99A4E82D-F5C0-473C-9C5D-E97D01FE2015}" dt="2026-06-04T06:04:50.332" v="3493" actId="20577"/>
          <ac:spMkLst>
            <pc:docMk/>
            <pc:sldMk cId="75289400" sldId="2147375770"/>
            <ac:spMk id="2" creationId="{72FD01E0-44A2-19AC-15E9-C7115BB24213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3504956422" sldId="2147375771"/>
        </pc:sldMkLst>
        <pc:spChg chg="mod">
          <ac:chgData name="Pant Lalit (Smart Controls)" userId="33c5b8c8-be44-4c51-9381-ac021e8ec81c" providerId="ADAL" clId="{99A4E82D-F5C0-473C-9C5D-E97D01FE2015}" dt="2026-06-04T06:04:59.292" v="3496" actId="20577"/>
          <ac:spMkLst>
            <pc:docMk/>
            <pc:sldMk cId="3504956422" sldId="2147375771"/>
            <ac:spMk id="3" creationId="{01DF9A15-D916-7CD5-A49A-AAD14B085D10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675212465" sldId="2147375772"/>
        </pc:sldMkLst>
        <pc:spChg chg="mod">
          <ac:chgData name="Pant Lalit (Smart Controls)" userId="33c5b8c8-be44-4c51-9381-ac021e8ec81c" providerId="ADAL" clId="{99A4E82D-F5C0-473C-9C5D-E97D01FE2015}" dt="2026-06-04T06:05:07.347" v="3498" actId="20577"/>
          <ac:spMkLst>
            <pc:docMk/>
            <pc:sldMk cId="675212465" sldId="2147375772"/>
            <ac:spMk id="2" creationId="{FFC8FC6B-0EA1-1B11-958C-754DC65B26BE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2910367743" sldId="2147375773"/>
        </pc:sldMkLst>
        <pc:spChg chg="mod">
          <ac:chgData name="Pant Lalit (Smart Controls)" userId="33c5b8c8-be44-4c51-9381-ac021e8ec81c" providerId="ADAL" clId="{99A4E82D-F5C0-473C-9C5D-E97D01FE2015}" dt="2026-06-04T06:05:14.319" v="3502" actId="20577"/>
          <ac:spMkLst>
            <pc:docMk/>
            <pc:sldMk cId="2910367743" sldId="2147375773"/>
            <ac:spMk id="3" creationId="{B89DE25D-C8F9-1466-2615-FF3F781E79AA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808349816" sldId="2147375774"/>
        </pc:sldMkLst>
        <pc:spChg chg="mod">
          <ac:chgData name="Pant Lalit (Smart Controls)" userId="33c5b8c8-be44-4c51-9381-ac021e8ec81c" providerId="ADAL" clId="{99A4E82D-F5C0-473C-9C5D-E97D01FE2015}" dt="2026-06-04T06:05:18.479" v="3505" actId="20577"/>
          <ac:spMkLst>
            <pc:docMk/>
            <pc:sldMk cId="808349816" sldId="2147375774"/>
            <ac:spMk id="2" creationId="{D9F9DE6C-7124-3A8D-8B5B-FB2F285DE924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2402251824" sldId="2147375775"/>
        </pc:sldMkLst>
        <pc:spChg chg="mod">
          <ac:chgData name="Pant Lalit (Smart Controls)" userId="33c5b8c8-be44-4c51-9381-ac021e8ec81c" providerId="ADAL" clId="{99A4E82D-F5C0-473C-9C5D-E97D01FE2015}" dt="2026-06-04T06:05:47.153" v="3534"/>
          <ac:spMkLst>
            <pc:docMk/>
            <pc:sldMk cId="2402251824" sldId="2147375775"/>
            <ac:spMk id="3" creationId="{42F534B7-C22C-7B7E-7466-7B1990EF4E07}"/>
          </ac:spMkLst>
        </pc:spChg>
        <pc:spChg chg="mod">
          <ac:chgData name="Pant Lalit (Smart Controls)" userId="33c5b8c8-be44-4c51-9381-ac021e8ec81c" providerId="ADAL" clId="{99A4E82D-F5C0-473C-9C5D-E97D01FE2015}" dt="2026-06-04T06:12:23.353" v="4316"/>
          <ac:spMkLst>
            <pc:docMk/>
            <pc:sldMk cId="2402251824" sldId="2147375775"/>
            <ac:spMk id="4" creationId="{3E77CAA3-B763-EEC8-2EBE-86E4107DA235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8:08.198" v="5515" actId="47"/>
        <pc:sldMkLst>
          <pc:docMk/>
          <pc:sldMk cId="1659665661" sldId="2147375776"/>
        </pc:sldMkLst>
        <pc:spChg chg="mod">
          <ac:chgData name="Pant Lalit (Smart Controls)" userId="33c5b8c8-be44-4c51-9381-ac021e8ec81c" providerId="ADAL" clId="{99A4E82D-F5C0-473C-9C5D-E97D01FE2015}" dt="2026-06-04T06:15:31.462" v="4457" actId="20577"/>
          <ac:spMkLst>
            <pc:docMk/>
            <pc:sldMk cId="1659665661" sldId="2147375776"/>
            <ac:spMk id="2" creationId="{BFE60324-A814-460C-D305-C9CADED88B2A}"/>
          </ac:spMkLst>
        </pc:spChg>
        <pc:spChg chg="mod">
          <ac:chgData name="Pant Lalit (Smart Controls)" userId="33c5b8c8-be44-4c51-9381-ac021e8ec81c" providerId="ADAL" clId="{99A4E82D-F5C0-473C-9C5D-E97D01FE2015}" dt="2026-06-04T09:05:17.612" v="5345" actId="113"/>
          <ac:spMkLst>
            <pc:docMk/>
            <pc:sldMk cId="1659665661" sldId="2147375776"/>
            <ac:spMk id="4" creationId="{11A4F73A-3B48-CC3B-7AEA-B86170CD953A}"/>
          </ac:spMkLst>
        </pc:spChg>
      </pc:sldChg>
      <pc:sldChg chg="add del">
        <pc:chgData name="Pant Lalit (Smart Controls)" userId="33c5b8c8-be44-4c51-9381-ac021e8ec81c" providerId="ADAL" clId="{99A4E82D-F5C0-473C-9C5D-E97D01FE2015}" dt="2026-06-04T06:30:03.547" v="4602" actId="47"/>
        <pc:sldMkLst>
          <pc:docMk/>
          <pc:sldMk cId="2577415843" sldId="2147375777"/>
        </pc:sldMkLst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2711525700" sldId="2147375777"/>
        </pc:sldMkLst>
        <pc:spChg chg="mod">
          <ac:chgData name="Pant Lalit (Smart Controls)" userId="33c5b8c8-be44-4c51-9381-ac021e8ec81c" providerId="ADAL" clId="{99A4E82D-F5C0-473C-9C5D-E97D01FE2015}" dt="2026-06-04T06:51:57.046" v="4701" actId="20577"/>
          <ac:spMkLst>
            <pc:docMk/>
            <pc:sldMk cId="2711525700" sldId="2147375777"/>
            <ac:spMk id="2" creationId="{66673628-BB22-E340-73B3-EE7CA0D22128}"/>
          </ac:spMkLst>
        </pc:spChg>
        <pc:spChg chg="mod">
          <ac:chgData name="Pant Lalit (Smart Controls)" userId="33c5b8c8-be44-4c51-9381-ac021e8ec81c" providerId="ADAL" clId="{99A4E82D-F5C0-473C-9C5D-E97D01FE2015}" dt="2026-06-04T06:49:46.424" v="4663" actId="20577"/>
          <ac:spMkLst>
            <pc:docMk/>
            <pc:sldMk cId="2711525700" sldId="2147375777"/>
            <ac:spMk id="3" creationId="{80B4D332-72CD-F5CA-D382-5FCBA2A2FA0F}"/>
          </ac:spMkLst>
        </pc:spChg>
        <pc:spChg chg="mod">
          <ac:chgData name="Pant Lalit (Smart Controls)" userId="33c5b8c8-be44-4c51-9381-ac021e8ec81c" providerId="ADAL" clId="{99A4E82D-F5C0-473C-9C5D-E97D01FE2015}" dt="2026-06-04T08:51:03.176" v="5101" actId="20577"/>
          <ac:spMkLst>
            <pc:docMk/>
            <pc:sldMk cId="2711525700" sldId="2147375777"/>
            <ac:spMk id="4" creationId="{51D9C58F-2A24-7B36-9397-F4540519D510}"/>
          </ac:spMkLst>
        </pc:spChg>
      </pc:sldChg>
      <pc:sldChg chg="modSp add del mod">
        <pc:chgData name="Pant Lalit (Smart Controls)" userId="33c5b8c8-be44-4c51-9381-ac021e8ec81c" providerId="ADAL" clId="{99A4E82D-F5C0-473C-9C5D-E97D01FE2015}" dt="2026-06-05T06:33:46.903" v="5346" actId="47"/>
        <pc:sldMkLst>
          <pc:docMk/>
          <pc:sldMk cId="819407066" sldId="2147375778"/>
        </pc:sldMkLst>
        <pc:spChg chg="mod">
          <ac:chgData name="Pant Lalit (Smart Controls)" userId="33c5b8c8-be44-4c51-9381-ac021e8ec81c" providerId="ADAL" clId="{99A4E82D-F5C0-473C-9C5D-E97D01FE2015}" dt="2026-06-04T06:56:00.291" v="4763" actId="20577"/>
          <ac:spMkLst>
            <pc:docMk/>
            <pc:sldMk cId="819407066" sldId="2147375778"/>
            <ac:spMk id="2" creationId="{702597ED-2423-C308-EAAE-A9B8C522004E}"/>
          </ac:spMkLst>
        </pc:spChg>
        <pc:spChg chg="mod">
          <ac:chgData name="Pant Lalit (Smart Controls)" userId="33c5b8c8-be44-4c51-9381-ac021e8ec81c" providerId="ADAL" clId="{99A4E82D-F5C0-473C-9C5D-E97D01FE2015}" dt="2026-06-04T06:55:54.642" v="4757" actId="20577"/>
          <ac:spMkLst>
            <pc:docMk/>
            <pc:sldMk cId="819407066" sldId="2147375778"/>
            <ac:spMk id="3" creationId="{19CE14EB-B08F-C4FE-82FC-60D67D2DF0C0}"/>
          </ac:spMkLst>
        </pc:spChg>
        <pc:spChg chg="mod">
          <ac:chgData name="Pant Lalit (Smart Controls)" userId="33c5b8c8-be44-4c51-9381-ac021e8ec81c" providerId="ADAL" clId="{99A4E82D-F5C0-473C-9C5D-E97D01FE2015}" dt="2026-06-04T07:03:48.201" v="4935" actId="108"/>
          <ac:spMkLst>
            <pc:docMk/>
            <pc:sldMk cId="819407066" sldId="2147375778"/>
            <ac:spMk id="4" creationId="{FFBB52AF-A8B6-6EEF-C6A7-EF67D2778A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8385D-3539-457C-ADEB-F35E70DE065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70ABC-F098-4CF7-970E-11A0234E8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89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70ABC-F098-4CF7-970E-11A0234E8EE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18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4256"/>
            <a:ext cx="12192000" cy="2523744"/>
          </a:xfrm>
          <a:prstGeom prst="rect">
            <a:avLst/>
          </a:prstGeom>
        </p:spPr>
      </p:pic>
      <p:sp>
        <p:nvSpPr>
          <p:cNvPr id="8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384000" y="4689600"/>
            <a:ext cx="8112000" cy="4572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384000" y="5165888"/>
            <a:ext cx="8112000" cy="456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4334400"/>
          </a:xfr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00" y="5702400"/>
            <a:ext cx="2505600" cy="859229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CF76717-6819-49FA-B4FE-86A075EC4D24}"/>
              </a:ext>
            </a:extLst>
          </p:cNvPr>
          <p:cNvGrpSpPr/>
          <p:nvPr/>
        </p:nvGrpSpPr>
        <p:grpSpPr>
          <a:xfrm>
            <a:off x="-9600" y="5702400"/>
            <a:ext cx="2505600" cy="859229"/>
            <a:chOff x="-7200" y="4276800"/>
            <a:chExt cx="1879200" cy="6444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377968-E43F-4A4B-9243-5BD72799435E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0" name="Grafik 11">
                <a:extLst>
                  <a:ext uri="{FF2B5EF4-FFF2-40B4-BE49-F238E27FC236}">
                    <a16:creationId xmlns:a16="http://schemas.microsoft.com/office/drawing/2014/main" id="{E7CAC586-8662-4F9E-8E17-C29CFA480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AC0CD20-4A27-4B0C-BB10-854D5076AB81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pic>
          <p:nvPicPr>
            <p:cNvPr id="3" name="Picture 2" descr="Logo, company name&#10;&#10;Description automatically generated">
              <a:extLst>
                <a:ext uri="{FF2B5EF4-FFF2-40B4-BE49-F238E27FC236}">
                  <a16:creationId xmlns:a16="http://schemas.microsoft.com/office/drawing/2014/main" id="{6CB32BB0-0EC9-41BF-9055-14ED77AE7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667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384000" y="4689600"/>
            <a:ext cx="8112000" cy="4572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384000" y="5165888"/>
            <a:ext cx="8112000" cy="456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4334400"/>
          </a:xfr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00" y="5702400"/>
            <a:ext cx="2505600" cy="859229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EE9238-0511-42FC-B753-D37E870DCDC9}"/>
              </a:ext>
            </a:extLst>
          </p:cNvPr>
          <p:cNvSpPr/>
          <p:nvPr/>
        </p:nvSpPr>
        <p:spPr>
          <a:xfrm>
            <a:off x="384000" y="6132014"/>
            <a:ext cx="2016224" cy="595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9341E04-100E-47C3-8DA9-048B73CDA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76" y="5722093"/>
            <a:ext cx="1068749" cy="81984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CC905B-6725-4AD9-84BE-E3A811E845BC}"/>
              </a:ext>
            </a:extLst>
          </p:cNvPr>
          <p:cNvGrpSpPr/>
          <p:nvPr/>
        </p:nvGrpSpPr>
        <p:grpSpPr>
          <a:xfrm>
            <a:off x="-9600" y="5702400"/>
            <a:ext cx="2505600" cy="859229"/>
            <a:chOff x="-7200" y="4276800"/>
            <a:chExt cx="1879200" cy="6444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780C939-6333-414A-9A72-20B58B5C9C2D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5" name="Grafik 11">
                <a:extLst>
                  <a:ext uri="{FF2B5EF4-FFF2-40B4-BE49-F238E27FC236}">
                    <a16:creationId xmlns:a16="http://schemas.microsoft.com/office/drawing/2014/main" id="{3E07A7C2-EEAA-4302-BD4B-7E548A5A3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CA4706F-B47B-48C4-8DCD-458C2868FB2D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pic>
          <p:nvPicPr>
            <p:cNvPr id="14" name="Picture 13" descr="Logo, company name&#10;&#10;Description automatically generated">
              <a:extLst>
                <a:ext uri="{FF2B5EF4-FFF2-40B4-BE49-F238E27FC236}">
                  <a16:creationId xmlns:a16="http://schemas.microsoft.com/office/drawing/2014/main" id="{589DA19B-5054-4131-A615-A2DA59401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63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8A93A11-D433-434E-B3A6-D83C8B91DEAC}" type="datetime1">
              <a:rPr lang="en-US" smtClean="0"/>
              <a:t>6/5/2026</a:t>
            </a:fld>
            <a:endParaRPr lang="en-US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2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184"/>
            <a:ext cx="12192000" cy="5348224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6E44A114-584B-40BC-A9E5-EBC68E3E978B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5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0C6E76D-01A0-4894-BA7A-B06365BC5DC9}" type="datetime1">
              <a:rPr lang="en-US" smtClean="0"/>
              <a:t>6/5/2026</a:t>
            </a:fld>
            <a:endParaRPr lang="en-US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492419" y="1509184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436800" y="1509184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553467" y="1509184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492419" y="3717032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36800" y="3717032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/>
          </p:nvPr>
        </p:nvSpPr>
        <p:spPr>
          <a:xfrm>
            <a:off x="8553467" y="3717032"/>
            <a:ext cx="3406256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630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88BEA88-2059-42B3-AB33-AD940FAFC466}" type="datetime1">
              <a:rPr lang="en-US" smtClean="0"/>
              <a:t>6/5/2026</a:t>
            </a:fld>
            <a:endParaRPr lang="en-US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3605152" y="1309592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730261" y="1309592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480043" y="1309592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7"/>
          </p:nvPr>
        </p:nvSpPr>
        <p:spPr>
          <a:xfrm>
            <a:off x="3605152" y="3813440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8"/>
          </p:nvPr>
        </p:nvSpPr>
        <p:spPr>
          <a:xfrm>
            <a:off x="730261" y="3813440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/>
          </p:nvPr>
        </p:nvSpPr>
        <p:spPr>
          <a:xfrm>
            <a:off x="6479592" y="3813440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354032" y="1309592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21"/>
          </p:nvPr>
        </p:nvSpPr>
        <p:spPr>
          <a:xfrm>
            <a:off x="9353581" y="3813440"/>
            <a:ext cx="2256000" cy="19198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668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s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53F6D1B-CBC1-4156-8121-E36804D7F0B3}" type="datetime1">
              <a:rPr lang="en-US" smtClean="0"/>
              <a:t>6/5/2026</a:t>
            </a:fld>
            <a:endParaRPr lang="en-US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3605152" y="130959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730261" y="130959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480043" y="130959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354032" y="130959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21"/>
          </p:nvPr>
        </p:nvSpPr>
        <p:spPr>
          <a:xfrm>
            <a:off x="3605152" y="2948947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22"/>
          </p:nvPr>
        </p:nvSpPr>
        <p:spPr>
          <a:xfrm>
            <a:off x="730261" y="2948947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3"/>
          </p:nvPr>
        </p:nvSpPr>
        <p:spPr>
          <a:xfrm>
            <a:off x="6480043" y="2948947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24"/>
          </p:nvPr>
        </p:nvSpPr>
        <p:spPr>
          <a:xfrm>
            <a:off x="9354032" y="2948947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25"/>
          </p:nvPr>
        </p:nvSpPr>
        <p:spPr>
          <a:xfrm>
            <a:off x="3599723" y="458830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26"/>
          </p:nvPr>
        </p:nvSpPr>
        <p:spPr>
          <a:xfrm>
            <a:off x="724832" y="458830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27"/>
          </p:nvPr>
        </p:nvSpPr>
        <p:spPr>
          <a:xfrm>
            <a:off x="6474613" y="458830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8"/>
          </p:nvPr>
        </p:nvSpPr>
        <p:spPr>
          <a:xfrm>
            <a:off x="9348603" y="4588302"/>
            <a:ext cx="2256000" cy="11593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824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25203D6-D749-46FC-93F3-24FEF97C4045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962464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962464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335361" y="1509183"/>
            <a:ext cx="11623807" cy="4397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243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094683EF-B529-4210-AE8A-D9BEBACE22C9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962464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962464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335360" y="2180863"/>
            <a:ext cx="5433547" cy="3648405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 marL="480472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 marL="71753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 marL="95459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 marL="1198003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334434" y="1509184"/>
            <a:ext cx="5433484" cy="4896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20"/>
          <p:cNvSpPr>
            <a:spLocks noGrp="1"/>
          </p:cNvSpPr>
          <p:nvPr>
            <p:ph type="body" sz="quarter" idx="18"/>
          </p:nvPr>
        </p:nvSpPr>
        <p:spPr>
          <a:xfrm>
            <a:off x="6528597" y="1507516"/>
            <a:ext cx="5433484" cy="4896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9"/>
          </p:nvPr>
        </p:nvSpPr>
        <p:spPr>
          <a:xfrm>
            <a:off x="6528596" y="2180863"/>
            <a:ext cx="5433547" cy="3648405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 marL="480472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 marL="71753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 marL="95459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 marL="1198003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619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ullet Poi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805" y="0"/>
            <a:ext cx="6094195" cy="6858000"/>
          </a:xfrm>
          <a:prstGeom prst="rect">
            <a:avLst/>
          </a:prstGeom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602330EA-40E3-400B-AFF3-B726CE82E415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54336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5950869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6"/>
          </p:nvPr>
        </p:nvSpPr>
        <p:spPr>
          <a:xfrm>
            <a:off x="6426704" y="1508789"/>
            <a:ext cx="5533019" cy="43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334434" y="1509184"/>
            <a:ext cx="5433484" cy="4896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Inhaltsplatzhalter 2"/>
          <p:cNvSpPr>
            <a:spLocks noGrp="1"/>
          </p:cNvSpPr>
          <p:nvPr>
            <p:ph idx="1"/>
          </p:nvPr>
        </p:nvSpPr>
        <p:spPr>
          <a:xfrm>
            <a:off x="335360" y="2180863"/>
            <a:ext cx="5433547" cy="3648405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 marL="480472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 marL="71753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 marL="954593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 marL="1198003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dolphin and orange and black text&#10;&#10;Description automatically generated">
            <a:extLst>
              <a:ext uri="{FF2B5EF4-FFF2-40B4-BE49-F238E27FC236}">
                <a16:creationId xmlns:a16="http://schemas.microsoft.com/office/drawing/2014/main" id="{854A4145-5E8D-202A-233D-058130D51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366" y="74400"/>
            <a:ext cx="970599" cy="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3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8"/>
          </p:nvPr>
        </p:nvSpPr>
        <p:spPr>
          <a:xfrm>
            <a:off x="335360" y="1507201"/>
            <a:ext cx="5433547" cy="21599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Tx/>
              <a:buNone/>
              <a:defRPr sz="1867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7"/>
          </p:nvPr>
        </p:nvSpPr>
        <p:spPr>
          <a:xfrm>
            <a:off x="335360" y="3811200"/>
            <a:ext cx="5433547" cy="2160000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9"/>
          </p:nvPr>
        </p:nvSpPr>
        <p:spPr>
          <a:xfrm>
            <a:off x="6192011" y="1507199"/>
            <a:ext cx="5761567" cy="21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Bildplatzhalter 3"/>
          <p:cNvSpPr>
            <a:spLocks noGrp="1"/>
          </p:cNvSpPr>
          <p:nvPr>
            <p:ph type="pic" sz="quarter" idx="20"/>
          </p:nvPr>
        </p:nvSpPr>
        <p:spPr>
          <a:xfrm>
            <a:off x="6193526" y="3813043"/>
            <a:ext cx="5761567" cy="21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6CC7ACFB-FEC5-45CA-919A-0383FAB8EDE4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962464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962464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9249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4"/>
          </p:nvPr>
        </p:nvSpPr>
        <p:spPr>
          <a:xfrm>
            <a:off x="432000" y="1816508"/>
            <a:ext cx="11529600" cy="384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A7CBA4E8-0F2F-48B5-AB77-32927A104FC8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819720"/>
            <a:ext cx="7200000" cy="4896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7019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184"/>
            <a:ext cx="12192000" cy="5348224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4"/>
          </p:nvPr>
        </p:nvSpPr>
        <p:spPr>
          <a:xfrm>
            <a:off x="432000" y="1816508"/>
            <a:ext cx="11529600" cy="384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F811945A-A8E7-41EF-A941-1F8E294673AA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819720"/>
            <a:ext cx="7200000" cy="4896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8780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F124B155-BAFD-4842-A103-CEE2E5ECCC6C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445225"/>
            <a:ext cx="5433547" cy="48801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336000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Diagrammplatzhalter 9"/>
          <p:cNvSpPr>
            <a:spLocks noGrp="1"/>
          </p:cNvSpPr>
          <p:nvPr>
            <p:ph type="chart" sz="quarter" idx="17"/>
          </p:nvPr>
        </p:nvSpPr>
        <p:spPr>
          <a:xfrm>
            <a:off x="6526176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6526176" y="5437263"/>
            <a:ext cx="5433547" cy="48801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11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184"/>
            <a:ext cx="12192000" cy="5348224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6B259F88-537F-454B-8125-754A9EA823D2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445224"/>
            <a:ext cx="5433547" cy="4896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336000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Diagrammplatzhalter 9"/>
          <p:cNvSpPr>
            <a:spLocks noGrp="1"/>
          </p:cNvSpPr>
          <p:nvPr>
            <p:ph type="chart" sz="quarter" idx="17"/>
          </p:nvPr>
        </p:nvSpPr>
        <p:spPr>
          <a:xfrm>
            <a:off x="6526176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6526176" y="5437261"/>
            <a:ext cx="5433547" cy="4896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084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18B84C32-0B74-446D-BC6A-6FC3D2795C99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445225"/>
            <a:ext cx="5433547" cy="48801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336000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6525683" y="1703918"/>
            <a:ext cx="5435916" cy="42293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6516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gram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184"/>
            <a:ext cx="12192000" cy="5348224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6000" y="763200"/>
            <a:ext cx="96240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6000" y="446400"/>
            <a:ext cx="9624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06B1F11-1569-49B2-92AE-76A87972F0E9}" type="datetime1">
              <a:rPr lang="en-US" smtClean="0"/>
              <a:t>6/5/2026</a:t>
            </a:fld>
            <a:endParaRPr lang="en-US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336000" y="5445225"/>
            <a:ext cx="5433547" cy="48801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336000" y="1704000"/>
            <a:ext cx="5433547" cy="364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6525683" y="1703918"/>
            <a:ext cx="5435916" cy="42293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61555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pe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805" y="0"/>
            <a:ext cx="6094195" cy="68580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401" y="1509184"/>
            <a:ext cx="4961993" cy="4128000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F48A1AD3-A05C-441A-A7B3-0398E7D485EA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54336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54336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335360" y="2180863"/>
            <a:ext cx="5433547" cy="3648405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 marL="480472" indent="-24341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334434" y="1509184"/>
            <a:ext cx="5433484" cy="4896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7059076" y="1776403"/>
            <a:ext cx="4401973" cy="21092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dolphin and orange and black text&#10;&#10;Description automatically generated">
            <a:extLst>
              <a:ext uri="{FF2B5EF4-FFF2-40B4-BE49-F238E27FC236}">
                <a16:creationId xmlns:a16="http://schemas.microsoft.com/office/drawing/2014/main" id="{D1A7ACF1-17FA-04BC-9738-80C0655B60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366" y="74400"/>
            <a:ext cx="970599" cy="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59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peech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955" y="1509184"/>
            <a:ext cx="4921840" cy="4126392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A52C376-290C-4BCA-B165-223BEA67FEF7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54336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54336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335360" y="2180863"/>
            <a:ext cx="5433547" cy="3648405"/>
          </a:xfrm>
        </p:spPr>
        <p:txBody>
          <a:bodyPr>
            <a:normAutofit/>
          </a:bodyPr>
          <a:lstStyle>
            <a:lvl1pPr marL="237061" indent="-23706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334434" y="1509184"/>
            <a:ext cx="5433484" cy="4896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7059076" y="1776403"/>
            <a:ext cx="4401973" cy="21092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3594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ech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1" y="1508329"/>
            <a:ext cx="5152769" cy="4320000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67616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F222652A-12CA-4CB7-A410-B75E412FFC59}" type="datetime1">
              <a:rPr lang="en-US" smtClean="0"/>
              <a:t>6/5/2026</a:t>
            </a:fld>
            <a:endParaRPr lang="en-US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7360" y="6480000"/>
            <a:ext cx="41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33536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35360" y="763200"/>
            <a:ext cx="5433600" cy="2976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733" b="0" cap="all" baseline="0">
                <a:solidFill>
                  <a:schemeClr val="tx1"/>
                </a:solidFill>
              </a:defRPr>
            </a:lvl1pPr>
            <a:lvl2pPr>
              <a:defRPr sz="2667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335360" y="446400"/>
            <a:ext cx="54336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704129" y="1870191"/>
            <a:ext cx="4608511" cy="22082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6576054" y="1509185"/>
            <a:ext cx="5385545" cy="43191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7355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089C3-CC17-49F5-89D1-B004B938176B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 BUSINESS CONNECT I CONFIDENTIAL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42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88342" y="2628125"/>
            <a:ext cx="2815319" cy="4572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4215168" y="3127057"/>
            <a:ext cx="3761664" cy="456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00" y="5702400"/>
            <a:ext cx="2505600" cy="859229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EE9238-0511-42FC-B753-D37E870DCDC9}"/>
              </a:ext>
            </a:extLst>
          </p:cNvPr>
          <p:cNvSpPr/>
          <p:nvPr/>
        </p:nvSpPr>
        <p:spPr>
          <a:xfrm>
            <a:off x="384000" y="6132014"/>
            <a:ext cx="2016224" cy="595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9341E04-100E-47C3-8DA9-048B73CDA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76" y="5722093"/>
            <a:ext cx="1068749" cy="81984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CC905B-6725-4AD9-84BE-E3A811E845BC}"/>
              </a:ext>
            </a:extLst>
          </p:cNvPr>
          <p:cNvGrpSpPr/>
          <p:nvPr/>
        </p:nvGrpSpPr>
        <p:grpSpPr>
          <a:xfrm>
            <a:off x="-9600" y="5702400"/>
            <a:ext cx="2505600" cy="859229"/>
            <a:chOff x="-7200" y="4276800"/>
            <a:chExt cx="1879200" cy="6444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780C939-6333-414A-9A72-20B58B5C9C2D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5" name="Grafik 11">
                <a:extLst>
                  <a:ext uri="{FF2B5EF4-FFF2-40B4-BE49-F238E27FC236}">
                    <a16:creationId xmlns:a16="http://schemas.microsoft.com/office/drawing/2014/main" id="{3E07A7C2-EEAA-4302-BD4B-7E548A5A3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CA4706F-B47B-48C4-8DCD-458C2868FB2D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pic>
          <p:nvPicPr>
            <p:cNvPr id="14" name="Picture 13" descr="Logo, company name&#10;&#10;Description automatically generated">
              <a:extLst>
                <a:ext uri="{FF2B5EF4-FFF2-40B4-BE49-F238E27FC236}">
                  <a16:creationId xmlns:a16="http://schemas.microsoft.com/office/drawing/2014/main" id="{589DA19B-5054-4131-A615-A2DA59401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2E7DA6-1422-4A50-8645-C4E81EB8AC44}"/>
              </a:ext>
            </a:extLst>
          </p:cNvPr>
          <p:cNvGrpSpPr/>
          <p:nvPr/>
        </p:nvGrpSpPr>
        <p:grpSpPr>
          <a:xfrm>
            <a:off x="4548602" y="5602221"/>
            <a:ext cx="3081423" cy="1044284"/>
            <a:chOff x="3865143" y="4148269"/>
            <a:chExt cx="2311067" cy="783213"/>
          </a:xfrm>
        </p:grpSpPr>
        <p:sp>
          <p:nvSpPr>
            <p:cNvPr id="17" name="Untertitel 2">
              <a:extLst>
                <a:ext uri="{FF2B5EF4-FFF2-40B4-BE49-F238E27FC236}">
                  <a16:creationId xmlns:a16="http://schemas.microsoft.com/office/drawing/2014/main" id="{ED7C4DF5-5C11-4C58-8253-72B39BBF6AD8}"/>
                </a:ext>
              </a:extLst>
            </p:cNvPr>
            <p:cNvSpPr txBox="1">
              <a:spLocks/>
            </p:cNvSpPr>
            <p:nvPr/>
          </p:nvSpPr>
          <p:spPr>
            <a:xfrm>
              <a:off x="3924008" y="4148269"/>
              <a:ext cx="2252202" cy="22324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5000" lnSpcReduction="20000"/>
            </a:bodyPr>
            <a:lstStyle>
              <a:lvl1pPr marL="0" indent="0" algn="l" defTabSz="914400" rtl="0" eaLnBrk="1" latinLnBrk="0" hangingPunct="1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Wingdings" pitchFamily="2" charset="2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2400">
                  <a:solidFill>
                    <a:srgbClr val="27166F"/>
                  </a:solidFill>
                </a:rPr>
                <a:t>Happy to resolve any queries @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8ACD9F-B956-4F44-BEAE-96450A58ACD8}"/>
                </a:ext>
              </a:extLst>
            </p:cNvPr>
            <p:cNvGrpSpPr/>
            <p:nvPr/>
          </p:nvGrpSpPr>
          <p:grpSpPr>
            <a:xfrm>
              <a:off x="3865143" y="4408884"/>
              <a:ext cx="107699" cy="522598"/>
              <a:chOff x="3683559" y="4324683"/>
              <a:chExt cx="107699" cy="522598"/>
            </a:xfrm>
          </p:grpSpPr>
          <p:pic>
            <p:nvPicPr>
              <p:cNvPr id="18" name="Graphic 17" descr="Employee badge with solid fill">
                <a:extLst>
                  <a:ext uri="{FF2B5EF4-FFF2-40B4-BE49-F238E27FC236}">
                    <a16:creationId xmlns:a16="http://schemas.microsoft.com/office/drawing/2014/main" id="{B87A0FEE-C12F-418E-BD03-D1812FE69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83559" y="4324683"/>
                <a:ext cx="97668" cy="97668"/>
              </a:xfrm>
              <a:prstGeom prst="rect">
                <a:avLst/>
              </a:prstGeom>
            </p:spPr>
          </p:pic>
          <p:pic>
            <p:nvPicPr>
              <p:cNvPr id="5" name="Graphic 4" descr="Envelope with solid fill">
                <a:extLst>
                  <a:ext uri="{FF2B5EF4-FFF2-40B4-BE49-F238E27FC236}">
                    <a16:creationId xmlns:a16="http://schemas.microsoft.com/office/drawing/2014/main" id="{CABDCF24-F6BD-4602-9F11-D17309FAA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93590" y="4749613"/>
                <a:ext cx="97668" cy="97668"/>
              </a:xfrm>
              <a:prstGeom prst="rect">
                <a:avLst/>
              </a:prstGeom>
            </p:spPr>
          </p:pic>
          <p:pic>
            <p:nvPicPr>
              <p:cNvPr id="3" name="Graphic 2" descr="Telephone with solid fill">
                <a:extLst>
                  <a:ext uri="{FF2B5EF4-FFF2-40B4-BE49-F238E27FC236}">
                    <a16:creationId xmlns:a16="http://schemas.microsoft.com/office/drawing/2014/main" id="{43CA60FE-D5EF-4D1B-A697-8BD47DEF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90696" y="4539702"/>
                <a:ext cx="97668" cy="97668"/>
              </a:xfrm>
              <a:prstGeom prst="rect">
                <a:avLst/>
              </a:prstGeom>
            </p:spPr>
          </p:pic>
        </p:grpSp>
      </p:grp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1D8C681E-A8E2-4533-89E1-8D144D34D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38400" y="3636899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platzhalter 3">
            <a:extLst>
              <a:ext uri="{FF2B5EF4-FFF2-40B4-BE49-F238E27FC236}">
                <a16:creationId xmlns:a16="http://schemas.microsoft.com/office/drawing/2014/main" id="{9EB0061E-534B-4387-974E-6F00EF2420B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688342" y="5847361"/>
            <a:ext cx="3510604" cy="232903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B3E5C649-FFBB-4FE7-A305-2957478FDDF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700831" y="6133721"/>
            <a:ext cx="3510604" cy="232903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Email</a:t>
            </a:r>
          </a:p>
        </p:txBody>
      </p:sp>
      <p:sp>
        <p:nvSpPr>
          <p:cNvPr id="31" name="Textplatzhalter 3">
            <a:extLst>
              <a:ext uri="{FF2B5EF4-FFF2-40B4-BE49-F238E27FC236}">
                <a16:creationId xmlns:a16="http://schemas.microsoft.com/office/drawing/2014/main" id="{4DE34B7C-D290-40BF-998A-17639396024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700833" y="6406762"/>
            <a:ext cx="3510604" cy="232903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90442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2707" y="1508760"/>
            <a:ext cx="11074088" cy="4590288"/>
          </a:xfrm>
        </p:spPr>
        <p:txBody>
          <a:bodyPr lIns="0" tIns="0" rIns="0" bIns="0"/>
          <a:lstStyle>
            <a:lvl1pPr>
              <a:spcBef>
                <a:spcPts val="384"/>
              </a:spcBef>
              <a:defRPr/>
            </a:lvl1pPr>
            <a:lvl2pPr marL="457067" indent="-230333">
              <a:spcBef>
                <a:spcPts val="384"/>
              </a:spcBef>
              <a:defRPr/>
            </a:lvl2pPr>
            <a:lvl3pPr marL="914133" indent="-230333">
              <a:spcBef>
                <a:spcPts val="384"/>
              </a:spcBef>
              <a:defRPr/>
            </a:lvl3pPr>
            <a:lvl4pPr marL="1374799" indent="-233931">
              <a:spcBef>
                <a:spcPts val="384"/>
              </a:spcBef>
              <a:defRPr/>
            </a:lvl4pPr>
            <a:lvl5pPr marL="2058599" indent="-230333">
              <a:spcBef>
                <a:spcPts val="384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95200" y="6530400"/>
            <a:ext cx="9542400" cy="180000"/>
          </a:xfrm>
        </p:spPr>
        <p:txBody>
          <a:bodyPr/>
          <a:lstStyle/>
          <a:p>
            <a:r>
              <a:rPr lang="en-US">
                <a:solidFill>
                  <a:srgbClr val="3C3C3C"/>
                </a:solidFill>
              </a:rPr>
              <a:t>DS Group Meeting – DS Sales  |  Matthew Watts |  2016-09-28  |  for internal use</a:t>
            </a:r>
            <a:endParaRPr lang="de-DE">
              <a:solidFill>
                <a:srgbClr val="3C3C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31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44000" y="1267200"/>
            <a:ext cx="11112000" cy="48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60800" y="6480000"/>
            <a:ext cx="1008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41ADDCC-07BE-4BBC-9909-B7F6A0B44483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92000" y="6480000"/>
            <a:ext cx="4800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SCI BUSINESS CONNECT I CONFIDENTIAL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744000" y="446400"/>
            <a:ext cx="8112000" cy="29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de-DE" noProof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20000" y="6480000"/>
            <a:ext cx="5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dolphin and orange and black text&#10;&#10;Description automatically generated">
            <a:extLst>
              <a:ext uri="{FF2B5EF4-FFF2-40B4-BE49-F238E27FC236}">
                <a16:creationId xmlns:a16="http://schemas.microsoft.com/office/drawing/2014/main" id="{69D019E0-6914-F9FA-D98D-665813360176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366" y="74400"/>
            <a:ext cx="970599" cy="74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9CCD96-D59A-A71B-FACE-58F80F5DC51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591937" y="63500"/>
            <a:ext cx="1036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166200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1" r:id="rId21"/>
    <p:sldLayoutId id="2147483762" r:id="rId22"/>
    <p:sldLayoutId id="2147483787" r:id="rId23"/>
  </p:sldLayoutIdLst>
  <p:hf sldNum="0" hdr="0" ftr="0" dt="0"/>
  <p:txStyles>
    <p:titleStyle>
      <a:lvl1pPr algn="l" defTabSz="1219170" rtl="0" eaLnBrk="1" latinLnBrk="0" hangingPunct="1">
        <a:spcBef>
          <a:spcPct val="0"/>
        </a:spcBef>
        <a:buNone/>
        <a:defRPr sz="2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4945" indent="-234945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Wingdings" pitchFamily="2" charset="2"/>
        <a:buChar char="§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80472" indent="-243411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17533" indent="-237061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954593" indent="-237061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198003" indent="-243411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57C0F5-D783-4B42-9930-5CCDFBE40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4000" y="4689600"/>
            <a:ext cx="8112000" cy="457200"/>
          </a:xfrm>
        </p:spPr>
        <p:txBody>
          <a:bodyPr/>
          <a:lstStyle/>
          <a:p>
            <a:endParaRPr lang="de-DE"/>
          </a:p>
          <a:p>
            <a:endParaRPr lang="en-I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5470B40-E4D8-1B30-F7C0-BC697D17D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Bridging Shopfloor Reality and MES Performance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DCD9259-E645-F464-2277-32EBBFC71D9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>
            <a:fillRect/>
          </a:stretch>
        </p:blipFill>
        <p:spPr>
          <a:prstGeom prst="rect">
            <a:avLst/>
          </a:prstGeom>
          <a:noFill/>
        </p:spPr>
      </p:pic>
      <p:sp>
        <p:nvSpPr>
          <p:cNvPr id="6" name="Textplatzhalter 1">
            <a:extLst>
              <a:ext uri="{FF2B5EF4-FFF2-40B4-BE49-F238E27FC236}">
                <a16:creationId xmlns:a16="http://schemas.microsoft.com/office/drawing/2014/main" id="{4E62D757-5DD6-4A0B-8974-024D5657CC40}"/>
              </a:ext>
            </a:extLst>
          </p:cNvPr>
          <p:cNvSpPr txBox="1">
            <a:spLocks/>
          </p:cNvSpPr>
          <p:nvPr/>
        </p:nvSpPr>
        <p:spPr>
          <a:xfrm>
            <a:off x="384000" y="4726924"/>
            <a:ext cx="11808000" cy="457200"/>
          </a:xfrm>
          <a:prstGeom prst="rect">
            <a:avLst/>
          </a:prstGeom>
          <a:noFill/>
        </p:spPr>
        <p:txBody>
          <a:bodyPr vert="horz" lIns="121920" tIns="60960" rIns="121920" bIns="609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24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778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78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>
                <a:solidFill>
                  <a:schemeClr val="accent1"/>
                </a:solidFill>
              </a:rPr>
              <a:t>REALIZE LIVE </a:t>
            </a:r>
            <a:r>
              <a:rPr lang="en-US" sz="3000" dirty="0">
                <a:solidFill>
                  <a:schemeClr val="accent1"/>
                </a:solidFill>
              </a:rPr>
              <a:t>–</a:t>
            </a:r>
            <a:r>
              <a:rPr lang="en-us" sz="3000" dirty="0">
                <a:solidFill>
                  <a:schemeClr val="accent1"/>
                </a:solidFill>
              </a:rPr>
              <a:t> Knowledge SESSION</a:t>
            </a:r>
          </a:p>
        </p:txBody>
      </p:sp>
    </p:spTree>
    <p:extLst>
      <p:ext uri="{BB962C8B-B14F-4D97-AF65-F5344CB8AC3E}">
        <p14:creationId xmlns:p14="http://schemas.microsoft.com/office/powerpoint/2010/main" val="56396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32CFDA-9B7F-E2E2-920A-4A4AC990E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5729DF-FCFF-42FE-A85E-06B777D2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GUIDELINES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19ACA9-AF45-9253-C1D5-93EA97C2FF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Focus on knowledge sharing, not product promotion. </a:t>
            </a:r>
          </a:p>
          <a:p>
            <a:r>
              <a:rPr lang="en-US" dirty="0"/>
              <a:t>Keep content concise and event friendly. </a:t>
            </a:r>
          </a:p>
          <a:p>
            <a:r>
              <a:rPr lang="en-US" dirty="0"/>
              <a:t>Avoid text heavy slides. </a:t>
            </a:r>
          </a:p>
          <a:p>
            <a:r>
              <a:rPr lang="en-US" dirty="0"/>
              <a:t>Follow the storyline: </a:t>
            </a:r>
            <a:r>
              <a:rPr lang="en-US" b="1" dirty="0"/>
              <a:t>Problem =&gt; Insight =&gt; Approach =&gt; Impact</a:t>
            </a:r>
            <a:r>
              <a:rPr lang="en-US" dirty="0"/>
              <a:t>. </a:t>
            </a:r>
          </a:p>
          <a:p>
            <a:r>
              <a:rPr lang="en-US" b="1" dirty="0"/>
              <a:t>Only the Heading, Subheading, and Bullet Points (not the description) </a:t>
            </a:r>
            <a:r>
              <a:rPr lang="en-US" dirty="0"/>
              <a:t>are intended to appear on the final slide. All other sections (Slide Objective, Key Message, Context / Speaker Reference, Visual Intent, and Speaker Notes) are meant for internal alignment, content development, and design guidance. </a:t>
            </a:r>
          </a:p>
          <a:p>
            <a:r>
              <a:rPr lang="en-US" dirty="0"/>
              <a:t>Design, animation, and visual storytelling will be developed separately by the design team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95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4D4-5942-913A-53F3-E475898F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F0DAD6-49FB-600F-2350-B3424D1446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45D7A7-6398-3762-8B69-0F0A1B5F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STRUCTURE – APPLICABLE TO ALL SLIDES </a:t>
            </a:r>
            <a:r>
              <a:rPr lang="en-IN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722F6-F2F3-EBD6-6C47-4F2E006D93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361" y="1509183"/>
            <a:ext cx="11623807" cy="53488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Slide Objective:  </a:t>
            </a:r>
            <a:r>
              <a:rPr lang="en-US" dirty="0"/>
              <a:t>Purpose of the slide and why it exists in the overall narrative.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2. Key Message: </a:t>
            </a:r>
            <a:r>
              <a:rPr lang="en-US" dirty="0"/>
              <a:t>The single most important takeaway the audience should remember from the slide.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3. Heading: </a:t>
            </a:r>
            <a:r>
              <a:rPr lang="en-US" dirty="0"/>
              <a:t>Short and impactful slide title.</a:t>
            </a:r>
          </a:p>
          <a:p>
            <a:pPr marL="0" indent="0">
              <a:buNone/>
            </a:pPr>
            <a:r>
              <a:rPr lang="en-US" b="1" dirty="0"/>
              <a:t>4. Subheading :  </a:t>
            </a:r>
            <a:r>
              <a:rPr lang="en-US" dirty="0"/>
              <a:t>Supporting statement to reinforce the heading.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5. Bullets (3–5 Maximum)</a:t>
            </a:r>
          </a:p>
          <a:p>
            <a:r>
              <a:rPr lang="en-US" dirty="0"/>
              <a:t>Keep bullets short and impactful.</a:t>
            </a:r>
          </a:p>
          <a:p>
            <a:r>
              <a:rPr lang="en-US" dirty="0"/>
              <a:t>Use phrases, not long sentences.</a:t>
            </a:r>
          </a:p>
          <a:p>
            <a:r>
              <a:rPr lang="en-US" dirty="0"/>
              <a:t>The speaker will elaborate during the presentation.</a:t>
            </a:r>
          </a:p>
          <a:p>
            <a:r>
              <a:rPr lang="en-US" dirty="0"/>
              <a:t>Focus on key messages rather than detailed explanations.</a:t>
            </a:r>
          </a:p>
          <a:p>
            <a:pPr marL="0" indent="0">
              <a:buNone/>
            </a:pPr>
            <a:r>
              <a:rPr lang="en-US" b="1" dirty="0"/>
              <a:t>6. Context / Speaker Reference: </a:t>
            </a:r>
            <a:r>
              <a:rPr lang="en-US" dirty="0"/>
              <a:t>Brief explanation behind each bullet to help the speaker understand the intended message and talking points.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7. Visual Intent: </a:t>
            </a:r>
            <a:r>
              <a:rPr lang="en-US" dirty="0"/>
              <a:t>Description of the visual concept that should support the slide (diagram, workflow, architecture, animation, infographic, etc.).</a:t>
            </a:r>
          </a:p>
          <a:p>
            <a:pPr marL="0" indent="0">
              <a:buNone/>
            </a:pPr>
            <a:r>
              <a:rPr lang="en-US" b="1" dirty="0"/>
              <a:t>8. Speaker Notes / Narrative Intent: </a:t>
            </a:r>
            <a:r>
              <a:rPr lang="en-US" dirty="0"/>
              <a:t>Explaining how the slide contributes to the overall story and connects to the next slide.</a:t>
            </a: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79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75BB-3ADE-8D3F-53A7-6A6D560A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E2A29B-ACF8-8219-71AB-65C7DE7792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A830EE-FAB4-F62B-7825-C37D8F01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– MANUFACTURING ANALYTICS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19275-E3C5-DDD3-3894-2CB65A75D4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Slide Objective: </a:t>
            </a:r>
          </a:p>
          <a:p>
            <a:endParaRPr lang="en-US" b="1" dirty="0"/>
          </a:p>
          <a:p>
            <a:r>
              <a:rPr lang="en-IN" b="1" dirty="0"/>
              <a:t>Key Message</a:t>
            </a:r>
            <a:r>
              <a:rPr lang="en-IN" dirty="0"/>
              <a:t>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CONTENT:</a:t>
            </a:r>
          </a:p>
          <a:p>
            <a:r>
              <a:rPr lang="en-IN" b="1" dirty="0"/>
              <a:t>Problem:</a:t>
            </a:r>
          </a:p>
          <a:p>
            <a:pPr marL="0" indent="0">
              <a:buNone/>
            </a:pPr>
            <a:r>
              <a:rPr lang="en-IN" b="1" dirty="0"/>
              <a:t>bullets </a:t>
            </a:r>
          </a:p>
          <a:p>
            <a:endParaRPr lang="en-IN" b="1" dirty="0"/>
          </a:p>
          <a:p>
            <a:r>
              <a:rPr lang="en-IN" b="1" dirty="0"/>
              <a:t>Approach </a:t>
            </a:r>
          </a:p>
          <a:p>
            <a:pPr marL="0" indent="0">
              <a:buNone/>
            </a:pPr>
            <a:r>
              <a:rPr lang="en-IN" b="1" dirty="0"/>
              <a:t>Bullets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 err="1"/>
              <a:t>Imapct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bullets</a:t>
            </a:r>
            <a:br>
              <a:rPr lang="en-IN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5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17A6-9A8F-36E3-0E00-D3E17B1C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58C61C-E152-CBF9-494A-5DCB0B410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VISUAL INTENT AND SPEAKER NOTES FOR SLIDE 7</a:t>
            </a:r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D1BD2B-64C9-134F-D6AA-D7915779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3F80A-3BBB-4338-E28E-D52FEB79D1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5920" y="1182085"/>
            <a:ext cx="11623807" cy="560217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sz="4400" dirty="0"/>
            </a:br>
            <a:r>
              <a:rPr lang="en-IN" sz="4400" b="1" u="sng" dirty="0"/>
              <a:t>Speaker Notes / Narrative Intent</a:t>
            </a:r>
            <a:br>
              <a:rPr lang="en-IN" sz="4400" b="1" u="sng" dirty="0"/>
            </a:br>
            <a:r>
              <a:rPr lang="en-IN" sz="4400" b="1" u="sng" dirty="0"/>
              <a:t> </a:t>
            </a:r>
            <a:br>
              <a:rPr lang="en-IN" sz="4400" b="1" u="sng" dirty="0"/>
            </a:b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87833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F1AD-A9C1-288B-260B-1CE5231C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DB0E6D-8E7B-3C25-EACA-CE455438B3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3AA950-F307-CAE7-C67A-F6A5BAEE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Real GAP</a:t>
            </a:r>
            <a:r>
              <a:rPr lang="en-IN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8661D-24A0-A2F1-8575-2D0B6CA87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Slide Objective: </a:t>
            </a:r>
            <a:r>
              <a:rPr lang="en-US" dirty="0"/>
              <a:t>Challenge the common assumption that MES itself is responsible for inconsistent outcomes and introduce execution readiness as the real differentiator</a:t>
            </a:r>
          </a:p>
          <a:p>
            <a:r>
              <a:rPr lang="en-IN" b="1" dirty="0"/>
              <a:t>Key Message</a:t>
            </a:r>
            <a:r>
              <a:rPr lang="en-IN" dirty="0"/>
              <a:t>: </a:t>
            </a:r>
            <a:r>
              <a:rPr lang="en-US" dirty="0"/>
              <a:t>The gap is not MES capability, but plant and execution readiness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Subheading</a:t>
            </a:r>
            <a:r>
              <a:rPr lang="en-US" dirty="0"/>
              <a:t> : Why Similar MES Programs Deliver Different Outcomes.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Bullets:</a:t>
            </a:r>
          </a:p>
          <a:p>
            <a:r>
              <a:rPr lang="en-IN" b="1" dirty="0"/>
              <a:t>MES Relies on Operational Inputs or Data Flows from Shopfloor</a:t>
            </a:r>
            <a:r>
              <a:rPr lang="en-US" dirty="0"/>
              <a:t>: MES effectiveness depends on the quality, consistency, and timeliness of operational data received from the shopfloor</a:t>
            </a:r>
          </a:p>
          <a:p>
            <a:r>
              <a:rPr lang="en-US" b="1" dirty="0"/>
              <a:t>OT Readiness Varies Across Plants</a:t>
            </a:r>
            <a:r>
              <a:rPr lang="en-IN" dirty="0"/>
              <a:t>: </a:t>
            </a:r>
            <a:r>
              <a:rPr lang="en-US" dirty="0"/>
              <a:t>Manufacturing environments differ significantly in terms of connectivity, automation maturity, and data availability</a:t>
            </a:r>
            <a:endParaRPr lang="en-IN" dirty="0"/>
          </a:p>
          <a:p>
            <a:r>
              <a:rPr lang="en-IN" b="1" dirty="0"/>
              <a:t>Inconsistent Machine Connectivity</a:t>
            </a:r>
            <a:r>
              <a:rPr lang="en-US" dirty="0"/>
              <a:t>: Not all assets are connected equally, leading to gaps in data collection and system visibility</a:t>
            </a:r>
          </a:p>
          <a:p>
            <a:r>
              <a:rPr lang="en-IN" b="1" dirty="0"/>
              <a:t>Manual Processes Still Persist</a:t>
            </a:r>
            <a:r>
              <a:rPr lang="en-US" dirty="0"/>
              <a:t>: Critical production information often continues to rely on manual entry, operator intervention, or offline records</a:t>
            </a:r>
          </a:p>
          <a:p>
            <a:r>
              <a:rPr lang="en-US" b="1" dirty="0"/>
              <a:t>Limited Focus on Execution Design / Absence of Design Thinking Approach</a:t>
            </a:r>
            <a:r>
              <a:rPr lang="en-US" dirty="0"/>
              <a:t>: MES programs often emphasize software deployment while underestimating shopfloor studies, operational workflows, and execution readiness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95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5B60E-B875-DE12-C1E6-14C6045C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AE5A52-2EB5-218F-B2DF-C436708ACB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VISUAL INTENT AND SPEAKER NOTES FOR SLIDE 3</a:t>
            </a:r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53085-1DF9-FF1F-EE7D-44CB08E0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8D695-73D7-381E-1931-A18F707BA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Visual Intent</a:t>
            </a:r>
            <a:br>
              <a:rPr lang="en-IN" dirty="0"/>
            </a:br>
            <a:br>
              <a:rPr lang="en-IN" dirty="0"/>
            </a:br>
            <a:r>
              <a:rPr lang="en-US" dirty="0"/>
              <a:t>Show MES sitting above the shopfloor, with uneven data flows coming from different production assets.</a:t>
            </a:r>
          </a:p>
          <a:p>
            <a:pPr marL="0" indent="0">
              <a:buNone/>
            </a:pPr>
            <a:r>
              <a:rPr lang="en-US" dirty="0"/>
              <a:t>The visual should convey that:</a:t>
            </a:r>
          </a:p>
          <a:p>
            <a:r>
              <a:rPr lang="en-US" dirty="0"/>
              <a:t>MES is ready. </a:t>
            </a:r>
          </a:p>
          <a:p>
            <a:r>
              <a:rPr lang="en-US" dirty="0"/>
              <a:t>The operational environment beneath it is inconsistent. </a:t>
            </a:r>
          </a:p>
          <a:p>
            <a:r>
              <a:rPr lang="en-US" dirty="0"/>
              <a:t>The challenge lies in the foundation, not the application layer</a:t>
            </a:r>
          </a:p>
          <a:p>
            <a:pPr marL="0" indent="0">
              <a:buNone/>
            </a:pPr>
            <a:r>
              <a:rPr lang="en-IN" b="1" u="sng" dirty="0"/>
              <a:t>Speaker Notes / Narrative Intent</a:t>
            </a:r>
            <a:br>
              <a:rPr lang="en-IN" b="1" u="sng" dirty="0"/>
            </a:br>
            <a:br>
              <a:rPr lang="en-IN" b="1" u="sng" dirty="0"/>
            </a:br>
            <a:r>
              <a:rPr lang="en-US" dirty="0"/>
              <a:t>This slide shifts the conversation from technology to execution.</a:t>
            </a:r>
          </a:p>
          <a:p>
            <a:pPr marL="0" indent="0">
              <a:buNone/>
            </a:pPr>
            <a:r>
              <a:rPr lang="en-US" dirty="0"/>
              <a:t>The audience should begin to realize:</a:t>
            </a:r>
          </a:p>
          <a:p>
            <a:pPr marL="0" indent="0">
              <a:buNone/>
            </a:pPr>
            <a:r>
              <a:rPr lang="en-US" dirty="0"/>
              <a:t>Two plants may deploy the </a:t>
            </a:r>
            <a:r>
              <a:rPr lang="en-US" b="1" dirty="0"/>
              <a:t>same MES platform yet achieve very different outcomes </a:t>
            </a:r>
            <a:r>
              <a:rPr lang="en-US" dirty="0"/>
              <a:t>because the operational conditions underneath are different.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objective is to </a:t>
            </a:r>
            <a:r>
              <a:rPr lang="en-US" b="1" dirty="0"/>
              <a:t>challenge the assumption that MES success is determined solely by software capability </a:t>
            </a:r>
            <a:r>
              <a:rPr lang="en-US" dirty="0"/>
              <a:t>and prepare the audience for the deeper operational realities discussed in Slide 4 and Slide 5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149977581"/>
      </p:ext>
    </p:extLst>
  </p:cSld>
  <p:clrMapOvr>
    <a:masterClrMapping/>
  </p:clrMapOvr>
</p:sld>
</file>

<file path=ppt/theme/theme1.xml><?xml version="1.0" encoding="utf-8"?>
<a:theme xmlns:a="http://schemas.openxmlformats.org/drawingml/2006/main" name="SmartControlsIndiaLimited">
  <a:themeElements>
    <a:clrScheme name="Zeppelin GmbH">
      <a:dk1>
        <a:srgbClr val="575656"/>
      </a:dk1>
      <a:lt1>
        <a:srgbClr val="FFFFFF"/>
      </a:lt1>
      <a:dk2>
        <a:srgbClr val="575656"/>
      </a:dk2>
      <a:lt2>
        <a:srgbClr val="FFFFFF"/>
      </a:lt2>
      <a:accent1>
        <a:srgbClr val="27166F"/>
      </a:accent1>
      <a:accent2>
        <a:srgbClr val="4F8096"/>
      </a:accent2>
      <a:accent3>
        <a:srgbClr val="EACEA4"/>
      </a:accent3>
      <a:accent4>
        <a:srgbClr val="FBBA00"/>
      </a:accent4>
      <a:accent5>
        <a:srgbClr val="00A760"/>
      </a:accent5>
      <a:accent6>
        <a:srgbClr val="E7686A"/>
      </a:accent6>
      <a:hlink>
        <a:srgbClr val="94C11C"/>
      </a:hlink>
      <a:folHlink>
        <a:srgbClr val="C8D3D9"/>
      </a:folHlink>
    </a:clrScheme>
    <a:fontScheme name="Bau-und_Ladmaschinen_Stapl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artControlsIndiaLimited" id="{91B30566-F276-46CB-8700-E57C959E0DD6}" vid="{81A10B9A-992E-45CA-A6D4-AFA5B782B5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0D6B490B6FAB44A6CD55AC0B0371D1" ma:contentTypeVersion="8" ma:contentTypeDescription="Create a new document." ma:contentTypeScope="" ma:versionID="c5f8ad4afd7d8eac5757efc1a1835897">
  <xsd:schema xmlns:xsd="http://www.w3.org/2001/XMLSchema" xmlns:xs="http://www.w3.org/2001/XMLSchema" xmlns:p="http://schemas.microsoft.com/office/2006/metadata/properties" xmlns:ns2="3777ac15-57a4-4d0f-8ce4-464b57e3cef9" targetNamespace="http://schemas.microsoft.com/office/2006/metadata/properties" ma:root="true" ma:fieldsID="60b8949374565a0512c06f217f3577b9" ns2:_="">
    <xsd:import namespace="3777ac15-57a4-4d0f-8ce4-464b57e3ce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77ac15-57a4-4d0f-8ce4-464b57e3ce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E94A5F-E5FB-45A0-B686-480F57E8EA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C9AEE-B041-459A-AC29-D71B40D2A2BD}">
  <ds:schemaRefs>
    <ds:schemaRef ds:uri="bde77aa5-803e-4757-9e16-8b73b304306c"/>
    <ds:schemaRef ds:uri="e3d674fa-c172-4f8f-bb12-1df5dc894a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5C1E76-EFF6-40D9-9456-AA0B63A060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77ac15-57a4-4d0f-8ce4-464b57e3ce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SmartControls_CorporateTheme</Template>
  <TotalTime>408</TotalTime>
  <Words>650</Words>
  <Application>Microsoft Office PowerPoint</Application>
  <PresentationFormat>Widescreen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SmartControlsIndiaLimited</vt:lpstr>
      <vt:lpstr>PowerPoint Presentation</vt:lpstr>
      <vt:lpstr>GENERAL GUIDELINES</vt:lpstr>
      <vt:lpstr>SLIDE STRUCTURE – APPLICABLE TO ALL SLIDES  </vt:lpstr>
      <vt:lpstr>USE CASE – MANUFACTURING ANALYTICS </vt:lpstr>
      <vt:lpstr>PowerPoint Presentation</vt:lpstr>
      <vt:lpstr>THE Real GAP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PLC Guidelines</dc:title>
  <dc:creator>Sherone Alexander John</dc:creator>
  <cp:lastModifiedBy>Pant Lalit (Smart Controls)</cp:lastModifiedBy>
  <cp:revision>14</cp:revision>
  <dcterms:created xsi:type="dcterms:W3CDTF">2022-02-28T22:50:38Z</dcterms:created>
  <dcterms:modified xsi:type="dcterms:W3CDTF">2026-06-05T06:40:50Z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0x010100680D6B490B6FAB44A6CD55AC0B0371D1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SIP_Label_ba9a201e-2387-47a9-b4a3-a6bdc4a09bb6_Enabled">
    <vt:lpwstr>true</vt:lpwstr>
  </property>
  <property fmtid="{D5CDD505-2E9C-101B-9397-08002B2CF9AE}" pid="11" name="MSIP_Label_ba9a201e-2387-47a9-b4a3-a6bdc4a09bb6_SetDate">
    <vt:lpwstr>2026-01-14T11:10:45Z</vt:lpwstr>
  </property>
  <property fmtid="{D5CDD505-2E9C-101B-9397-08002B2CF9AE}" pid="12" name="MSIP_Label_ba9a201e-2387-47a9-b4a3-a6bdc4a09bb6_Method">
    <vt:lpwstr>Standard</vt:lpwstr>
  </property>
  <property fmtid="{D5CDD505-2E9C-101B-9397-08002B2CF9AE}" pid="13" name="MSIP_Label_ba9a201e-2387-47a9-b4a3-a6bdc4a09bb6_Name">
    <vt:lpwstr>GREEN Universal</vt:lpwstr>
  </property>
  <property fmtid="{D5CDD505-2E9C-101B-9397-08002B2CF9AE}" pid="14" name="MSIP_Label_ba9a201e-2387-47a9-b4a3-a6bdc4a09bb6_SiteId">
    <vt:lpwstr>0250981a-1133-49e1-ba8e-3b02b77bfa04</vt:lpwstr>
  </property>
  <property fmtid="{D5CDD505-2E9C-101B-9397-08002B2CF9AE}" pid="15" name="MSIP_Label_ba9a201e-2387-47a9-b4a3-a6bdc4a09bb6_ActionId">
    <vt:lpwstr>711cf386-402e-4f09-bc98-bbe292371113</vt:lpwstr>
  </property>
  <property fmtid="{D5CDD505-2E9C-101B-9397-08002B2CF9AE}" pid="16" name="MSIP_Label_ba9a201e-2387-47a9-b4a3-a6bdc4a09bb6_ContentBits">
    <vt:lpwstr>1</vt:lpwstr>
  </property>
  <property fmtid="{D5CDD505-2E9C-101B-9397-08002B2CF9AE}" pid="17" name="MSIP_Label_ba9a201e-2387-47a9-b4a3-a6bdc4a09bb6_Tag">
    <vt:lpwstr>10, 3, 0, 1</vt:lpwstr>
  </property>
  <property fmtid="{D5CDD505-2E9C-101B-9397-08002B2CF9AE}" pid="18" name="ClassificationContentMarkingHeaderLocations">
    <vt:lpwstr>SmartControlsIndiaLimited:9</vt:lpwstr>
  </property>
  <property fmtid="{D5CDD505-2E9C-101B-9397-08002B2CF9AE}" pid="19" name="ClassificationContentMarkingHeaderText">
    <vt:lpwstr>Confidential GREEN</vt:lpwstr>
  </property>
</Properties>
</file>